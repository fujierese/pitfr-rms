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3"/>
    <p:sldId id="261" r:id="rId4"/>
    <p:sldId id="262" r:id="rId5"/>
    <p:sldId id="263" r:id="rId6"/>
    <p:sldId id="265" r:id="rId7"/>
    <p:sldId id="266" r:id="rId8"/>
    <p:sldId id="267" r:id="rId9"/>
    <p:sldId id="268" r:id="rId10"/>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047" autoAdjust="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3C58503-FD78-46E9-84D6-C4364A17D995}" type="doc">
      <dgm:prSet loTypeId="urn:microsoft.com/office/officeart/2005/8/layout/hList6" loCatId="list" qsTypeId="urn:microsoft.com/office/officeart/2005/8/quickstyle/3d5" qsCatId="3D" csTypeId="urn:microsoft.com/office/officeart/2005/8/colors/colorful3" csCatId="colorful" phldr="1"/>
      <dgm:spPr/>
      <dgm:t>
        <a:bodyPr/>
        <a:lstStyle/>
        <a:p>
          <a:endParaRPr lang="en-US"/>
        </a:p>
      </dgm:t>
    </dgm:pt>
    <dgm:pt modelId="{1104FB0B-D35D-4009-9255-38BACE551032}">
      <dgm:prSet phldrT="[Text]"/>
      <dgm:spPr/>
      <dgm:t>
        <a:bodyPr/>
        <a:lstStyle/>
        <a:p>
          <a:r>
            <a:rPr lang="en-US" dirty="0" smtClean="0"/>
            <a:t>Paraphrase </a:t>
          </a:r>
          <a:endParaRPr lang="en-US" dirty="0"/>
        </a:p>
      </dgm:t>
    </dgm:pt>
    <dgm:pt modelId="{0E74401C-E4C0-4F3E-9589-E4EE67E5DE88}" cxnId="{DAC252F7-A02C-4811-B3C3-D9CB53F632D3}" type="parTrans">
      <dgm:prSet/>
      <dgm:spPr/>
      <dgm:t>
        <a:bodyPr/>
        <a:lstStyle/>
        <a:p>
          <a:endParaRPr lang="en-US"/>
        </a:p>
      </dgm:t>
    </dgm:pt>
    <dgm:pt modelId="{9B391FC0-32EF-4F85-87A1-EBF5031A5DEE}" cxnId="{DAC252F7-A02C-4811-B3C3-D9CB53F632D3}" type="sibTrans">
      <dgm:prSet/>
      <dgm:spPr/>
      <dgm:t>
        <a:bodyPr/>
        <a:lstStyle/>
        <a:p>
          <a:endParaRPr lang="en-US"/>
        </a:p>
      </dgm:t>
    </dgm:pt>
    <dgm:pt modelId="{2851FA18-AA31-4D76-8AFF-0C03D493DF56}">
      <dgm:prSet phldrT="[Text]"/>
      <dgm:spPr/>
      <dgm:t>
        <a:bodyPr/>
        <a:lstStyle/>
        <a:p>
          <a:r>
            <a:rPr lang="en-US" dirty="0" smtClean="0"/>
            <a:t>Quote </a:t>
          </a:r>
          <a:endParaRPr lang="en-US" dirty="0"/>
        </a:p>
      </dgm:t>
    </dgm:pt>
    <dgm:pt modelId="{92CE3802-6E24-43C7-9056-DDE626DA3D1D}" cxnId="{770B32FB-8A0A-4F84-BF7A-11074FB7626E}" type="parTrans">
      <dgm:prSet/>
      <dgm:spPr/>
      <dgm:t>
        <a:bodyPr/>
        <a:lstStyle/>
        <a:p>
          <a:endParaRPr lang="en-US"/>
        </a:p>
      </dgm:t>
    </dgm:pt>
    <dgm:pt modelId="{6BE05F36-C3B8-4394-B904-30993EC39F5A}" cxnId="{770B32FB-8A0A-4F84-BF7A-11074FB7626E}" type="sibTrans">
      <dgm:prSet/>
      <dgm:spPr/>
      <dgm:t>
        <a:bodyPr/>
        <a:lstStyle/>
        <a:p>
          <a:endParaRPr lang="en-US"/>
        </a:p>
      </dgm:t>
    </dgm:pt>
    <dgm:pt modelId="{86482CDE-531E-479D-992F-4650BCC113FC}">
      <dgm:prSet phldrT="[Text]"/>
      <dgm:spPr/>
      <dgm:t>
        <a:bodyPr/>
        <a:lstStyle/>
        <a:p>
          <a:r>
            <a:rPr lang="en-US" dirty="0" smtClean="0"/>
            <a:t>Summarize </a:t>
          </a:r>
          <a:endParaRPr lang="en-US" dirty="0"/>
        </a:p>
      </dgm:t>
    </dgm:pt>
    <dgm:pt modelId="{EDE65A48-9AF1-426C-8276-A80C84903539}" cxnId="{960BDC66-5607-4E76-B5B3-DE2551F59FBF}" type="parTrans">
      <dgm:prSet/>
      <dgm:spPr/>
      <dgm:t>
        <a:bodyPr/>
        <a:lstStyle/>
        <a:p>
          <a:endParaRPr lang="en-US"/>
        </a:p>
      </dgm:t>
    </dgm:pt>
    <dgm:pt modelId="{354ECCA3-26B6-4182-AB66-37CDA1D2331D}" cxnId="{960BDC66-5607-4E76-B5B3-DE2551F59FBF}" type="sibTrans">
      <dgm:prSet/>
      <dgm:spPr/>
      <dgm:t>
        <a:bodyPr/>
        <a:lstStyle/>
        <a:p>
          <a:endParaRPr lang="en-US"/>
        </a:p>
      </dgm:t>
    </dgm:pt>
    <dgm:pt modelId="{E01A1E5C-FE2D-4ED1-84B3-BF47C9BA51D3}" type="pres">
      <dgm:prSet presAssocID="{D3C58503-FD78-46E9-84D6-C4364A17D995}" presName="Name0" presStyleCnt="0">
        <dgm:presLayoutVars>
          <dgm:dir/>
          <dgm:resizeHandles val="exact"/>
        </dgm:presLayoutVars>
      </dgm:prSet>
      <dgm:spPr/>
      <dgm:t>
        <a:bodyPr/>
        <a:lstStyle/>
        <a:p>
          <a:endParaRPr lang="en-US"/>
        </a:p>
      </dgm:t>
    </dgm:pt>
    <dgm:pt modelId="{5FD787AC-B348-40BE-BA4F-C072A645C13B}" type="pres">
      <dgm:prSet presAssocID="{1104FB0B-D35D-4009-9255-38BACE551032}" presName="node" presStyleLbl="node1" presStyleIdx="0" presStyleCnt="3">
        <dgm:presLayoutVars>
          <dgm:bulletEnabled val="1"/>
        </dgm:presLayoutVars>
      </dgm:prSet>
      <dgm:spPr/>
      <dgm:t>
        <a:bodyPr/>
        <a:lstStyle/>
        <a:p>
          <a:endParaRPr lang="en-US"/>
        </a:p>
      </dgm:t>
    </dgm:pt>
    <dgm:pt modelId="{2A086CAD-A4B2-4A8C-958C-E68DE536835D}" type="pres">
      <dgm:prSet presAssocID="{9B391FC0-32EF-4F85-87A1-EBF5031A5DEE}" presName="sibTrans" presStyleCnt="0"/>
      <dgm:spPr/>
    </dgm:pt>
    <dgm:pt modelId="{8631EA42-8E2A-4571-A1A8-E1928C8AF9A7}" type="pres">
      <dgm:prSet presAssocID="{2851FA18-AA31-4D76-8AFF-0C03D493DF56}" presName="node" presStyleLbl="node1" presStyleIdx="1" presStyleCnt="3" custLinFactNeighborX="-9846" custLinFactNeighborY="3861">
        <dgm:presLayoutVars>
          <dgm:bulletEnabled val="1"/>
        </dgm:presLayoutVars>
      </dgm:prSet>
      <dgm:spPr/>
      <dgm:t>
        <a:bodyPr/>
        <a:lstStyle/>
        <a:p>
          <a:endParaRPr lang="en-US"/>
        </a:p>
      </dgm:t>
    </dgm:pt>
    <dgm:pt modelId="{668FF67D-67A6-40CF-A860-9897EEF4D77D}" type="pres">
      <dgm:prSet presAssocID="{6BE05F36-C3B8-4394-B904-30993EC39F5A}" presName="sibTrans" presStyleCnt="0"/>
      <dgm:spPr/>
    </dgm:pt>
    <dgm:pt modelId="{88B3F769-6C4B-445F-B521-5F73E8600957}" type="pres">
      <dgm:prSet presAssocID="{86482CDE-531E-479D-992F-4650BCC113FC}" presName="node" presStyleLbl="node1" presStyleIdx="2" presStyleCnt="3">
        <dgm:presLayoutVars>
          <dgm:bulletEnabled val="1"/>
        </dgm:presLayoutVars>
      </dgm:prSet>
      <dgm:spPr/>
      <dgm:t>
        <a:bodyPr/>
        <a:lstStyle/>
        <a:p>
          <a:endParaRPr lang="en-US"/>
        </a:p>
      </dgm:t>
    </dgm:pt>
  </dgm:ptLst>
  <dgm:cxnLst>
    <dgm:cxn modelId="{EC3CFA4E-C05E-444E-AC82-BBA0095587E6}" type="presOf" srcId="{1104FB0B-D35D-4009-9255-38BACE551032}" destId="{5FD787AC-B348-40BE-BA4F-C072A645C13B}" srcOrd="0" destOrd="0" presId="urn:microsoft.com/office/officeart/2005/8/layout/hList6"/>
    <dgm:cxn modelId="{10273D7A-130B-4C55-929D-623FDD32F36E}" type="presOf" srcId="{D3C58503-FD78-46E9-84D6-C4364A17D995}" destId="{E01A1E5C-FE2D-4ED1-84B3-BF47C9BA51D3}" srcOrd="0" destOrd="0" presId="urn:microsoft.com/office/officeart/2005/8/layout/hList6"/>
    <dgm:cxn modelId="{960BDC66-5607-4E76-B5B3-DE2551F59FBF}" srcId="{D3C58503-FD78-46E9-84D6-C4364A17D995}" destId="{86482CDE-531E-479D-992F-4650BCC113FC}" srcOrd="2" destOrd="0" parTransId="{EDE65A48-9AF1-426C-8276-A80C84903539}" sibTransId="{354ECCA3-26B6-4182-AB66-37CDA1D2331D}"/>
    <dgm:cxn modelId="{770B32FB-8A0A-4F84-BF7A-11074FB7626E}" srcId="{D3C58503-FD78-46E9-84D6-C4364A17D995}" destId="{2851FA18-AA31-4D76-8AFF-0C03D493DF56}" srcOrd="1" destOrd="0" parTransId="{92CE3802-6E24-43C7-9056-DDE626DA3D1D}" sibTransId="{6BE05F36-C3B8-4394-B904-30993EC39F5A}"/>
    <dgm:cxn modelId="{27E97811-6C9C-4A58-A13F-6627250027D1}" type="presOf" srcId="{2851FA18-AA31-4D76-8AFF-0C03D493DF56}" destId="{8631EA42-8E2A-4571-A1A8-E1928C8AF9A7}" srcOrd="0" destOrd="0" presId="urn:microsoft.com/office/officeart/2005/8/layout/hList6"/>
    <dgm:cxn modelId="{8E59C098-D614-4A01-83AE-7D40882A3767}" type="presOf" srcId="{86482CDE-531E-479D-992F-4650BCC113FC}" destId="{88B3F769-6C4B-445F-B521-5F73E8600957}" srcOrd="0" destOrd="0" presId="urn:microsoft.com/office/officeart/2005/8/layout/hList6"/>
    <dgm:cxn modelId="{DAC252F7-A02C-4811-B3C3-D9CB53F632D3}" srcId="{D3C58503-FD78-46E9-84D6-C4364A17D995}" destId="{1104FB0B-D35D-4009-9255-38BACE551032}" srcOrd="0" destOrd="0" parTransId="{0E74401C-E4C0-4F3E-9589-E4EE67E5DE88}" sibTransId="{9B391FC0-32EF-4F85-87A1-EBF5031A5DEE}"/>
    <dgm:cxn modelId="{48A75003-EF1D-42E5-B5EA-B5C3B4C7DCED}" type="presParOf" srcId="{E01A1E5C-FE2D-4ED1-84B3-BF47C9BA51D3}" destId="{5FD787AC-B348-40BE-BA4F-C072A645C13B}" srcOrd="0" destOrd="0" presId="urn:microsoft.com/office/officeart/2005/8/layout/hList6"/>
    <dgm:cxn modelId="{1F25B3E2-2D0A-44F8-91DB-8800AC173586}" type="presParOf" srcId="{E01A1E5C-FE2D-4ED1-84B3-BF47C9BA51D3}" destId="{2A086CAD-A4B2-4A8C-958C-E68DE536835D}" srcOrd="1" destOrd="0" presId="urn:microsoft.com/office/officeart/2005/8/layout/hList6"/>
    <dgm:cxn modelId="{919FDD33-B1E4-49AE-A51E-3B6E9A98CDB5}" type="presParOf" srcId="{E01A1E5C-FE2D-4ED1-84B3-BF47C9BA51D3}" destId="{8631EA42-8E2A-4571-A1A8-E1928C8AF9A7}" srcOrd="2" destOrd="0" presId="urn:microsoft.com/office/officeart/2005/8/layout/hList6"/>
    <dgm:cxn modelId="{C4AD8E44-5651-4B76-8598-76D5949EA19C}" type="presParOf" srcId="{E01A1E5C-FE2D-4ED1-84B3-BF47C9BA51D3}" destId="{668FF67D-67A6-40CF-A860-9897EEF4D77D}" srcOrd="3" destOrd="0" presId="urn:microsoft.com/office/officeart/2005/8/layout/hList6"/>
    <dgm:cxn modelId="{699C0220-9D0E-4CB3-A1EC-172A16D98103}" type="presParOf" srcId="{E01A1E5C-FE2D-4ED1-84B3-BF47C9BA51D3}" destId="{88B3F769-6C4B-445F-B521-5F73E8600957}" srcOrd="4" destOrd="0" presId="urn:microsoft.com/office/officeart/2005/8/layout/h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94B948-37D0-4637-A203-050E035C95EB}" type="doc">
      <dgm:prSet loTypeId="urn:microsoft.com/office/officeart/2005/8/layout/process5" loCatId="process" qsTypeId="urn:microsoft.com/office/officeart/2005/8/quickstyle/3d1" qsCatId="3D" csTypeId="urn:microsoft.com/office/officeart/2005/8/colors/colorful3" csCatId="colorful" phldr="1"/>
      <dgm:spPr/>
      <dgm:t>
        <a:bodyPr/>
        <a:lstStyle/>
        <a:p>
          <a:endParaRPr lang="en-US"/>
        </a:p>
      </dgm:t>
    </dgm:pt>
    <dgm:pt modelId="{F8106BFB-6AD5-4E97-AEFD-F0C362442910}">
      <dgm:prSet phldrT="[Text]" custT="1"/>
      <dgm:spPr/>
      <dgm:t>
        <a:bodyPr/>
        <a:lstStyle/>
        <a:p>
          <a:r>
            <a:rPr lang="en-US" sz="2000" dirty="0" smtClean="0">
              <a:latin typeface="Arial" panose="020B0604020202020204" pitchFamily="34" charset="0"/>
              <a:cs typeface="Arial" panose="020B0604020202020204" pitchFamily="34" charset="0"/>
            </a:rPr>
            <a:t>Identify the theme</a:t>
          </a:r>
          <a:endParaRPr lang="en-US" sz="2000" dirty="0">
            <a:latin typeface="Arial" panose="020B0604020202020204" pitchFamily="34" charset="0"/>
            <a:cs typeface="Arial" panose="020B0604020202020204" pitchFamily="34" charset="0"/>
          </a:endParaRPr>
        </a:p>
      </dgm:t>
    </dgm:pt>
    <dgm:pt modelId="{3724E507-6E6F-4F60-826A-60C9597C03BA}" cxnId="{A7F6DFAA-112E-4E73-8610-B67824D6D6C8}" type="parTrans">
      <dgm:prSet/>
      <dgm:spPr/>
      <dgm:t>
        <a:bodyPr/>
        <a:lstStyle/>
        <a:p>
          <a:endParaRPr lang="en-US" sz="2000">
            <a:latin typeface="Arial" panose="020B0604020202020204" pitchFamily="34" charset="0"/>
            <a:cs typeface="Arial" panose="020B0604020202020204" pitchFamily="34" charset="0"/>
          </a:endParaRPr>
        </a:p>
      </dgm:t>
    </dgm:pt>
    <dgm:pt modelId="{AB02EA97-C1A5-4DF2-9E14-54B1A6C8523F}" cxnId="{A7F6DFAA-112E-4E73-8610-B67824D6D6C8}" type="sibTrans">
      <dgm:prSet custT="1"/>
      <dgm:spPr/>
      <dgm:t>
        <a:bodyPr/>
        <a:lstStyle/>
        <a:p>
          <a:endParaRPr lang="en-US" sz="1600">
            <a:latin typeface="Arial" panose="020B0604020202020204" pitchFamily="34" charset="0"/>
            <a:cs typeface="Arial" panose="020B0604020202020204" pitchFamily="34" charset="0"/>
          </a:endParaRPr>
        </a:p>
      </dgm:t>
    </dgm:pt>
    <dgm:pt modelId="{9C7BA860-54D5-4FDC-98B9-15385C8478F2}">
      <dgm:prSet phldrT="[Text]" custT="1"/>
      <dgm:spPr/>
      <dgm:t>
        <a:bodyPr/>
        <a:lstStyle/>
        <a:p>
          <a:r>
            <a:rPr lang="en-US" sz="2000" dirty="0" smtClean="0">
              <a:latin typeface="Arial" panose="020B0604020202020204" pitchFamily="34" charset="0"/>
              <a:cs typeface="Arial" panose="020B0604020202020204" pitchFamily="34" charset="0"/>
            </a:rPr>
            <a:t>Read </a:t>
          </a:r>
          <a:endParaRPr lang="en-US" sz="2000" dirty="0">
            <a:latin typeface="Arial" panose="020B0604020202020204" pitchFamily="34" charset="0"/>
            <a:cs typeface="Arial" panose="020B0604020202020204" pitchFamily="34" charset="0"/>
          </a:endParaRPr>
        </a:p>
      </dgm:t>
    </dgm:pt>
    <dgm:pt modelId="{94B5D054-929E-4430-8A90-59336F473367}" cxnId="{634E9431-1893-4393-B67D-BF2BA189887D}" type="parTrans">
      <dgm:prSet/>
      <dgm:spPr/>
      <dgm:t>
        <a:bodyPr/>
        <a:lstStyle/>
        <a:p>
          <a:endParaRPr lang="en-US" sz="2000">
            <a:latin typeface="Arial" panose="020B0604020202020204" pitchFamily="34" charset="0"/>
            <a:cs typeface="Arial" panose="020B0604020202020204" pitchFamily="34" charset="0"/>
          </a:endParaRPr>
        </a:p>
      </dgm:t>
    </dgm:pt>
    <dgm:pt modelId="{B6668930-2040-4F20-BF3B-E1E7E969D6C6}" cxnId="{634E9431-1893-4393-B67D-BF2BA189887D}" type="sibTrans">
      <dgm:prSet custT="1"/>
      <dgm:spPr/>
      <dgm:t>
        <a:bodyPr/>
        <a:lstStyle/>
        <a:p>
          <a:endParaRPr lang="en-US" sz="1600">
            <a:latin typeface="Arial" panose="020B0604020202020204" pitchFamily="34" charset="0"/>
            <a:cs typeface="Arial" panose="020B0604020202020204" pitchFamily="34" charset="0"/>
          </a:endParaRPr>
        </a:p>
      </dgm:t>
    </dgm:pt>
    <dgm:pt modelId="{33E2FB44-1C02-454C-B8F7-EF6BD4318948}">
      <dgm:prSet phldrT="[Text]" custT="1"/>
      <dgm:spPr/>
      <dgm:t>
        <a:bodyPr/>
        <a:lstStyle/>
        <a:p>
          <a:r>
            <a:rPr lang="en-US" sz="2000" dirty="0" smtClean="0">
              <a:latin typeface="Arial" panose="020B0604020202020204" pitchFamily="34" charset="0"/>
              <a:cs typeface="Arial" panose="020B0604020202020204" pitchFamily="34" charset="0"/>
            </a:rPr>
            <a:t>Note the source: title, author, page number, url, date of access</a:t>
          </a:r>
          <a:endParaRPr lang="en-US" sz="2000" dirty="0">
            <a:latin typeface="Arial" panose="020B0604020202020204" pitchFamily="34" charset="0"/>
            <a:cs typeface="Arial" panose="020B0604020202020204" pitchFamily="34" charset="0"/>
          </a:endParaRPr>
        </a:p>
      </dgm:t>
    </dgm:pt>
    <dgm:pt modelId="{23A53101-F385-431E-9DF5-20E43AA51BB8}" cxnId="{C3E4E319-C6B3-4424-8BEA-477A521C49CA}" type="parTrans">
      <dgm:prSet/>
      <dgm:spPr/>
      <dgm:t>
        <a:bodyPr/>
        <a:lstStyle/>
        <a:p>
          <a:endParaRPr lang="en-US" sz="2000">
            <a:latin typeface="Arial" panose="020B0604020202020204" pitchFamily="34" charset="0"/>
            <a:cs typeface="Arial" panose="020B0604020202020204" pitchFamily="34" charset="0"/>
          </a:endParaRPr>
        </a:p>
      </dgm:t>
    </dgm:pt>
    <dgm:pt modelId="{C9750029-0B01-4AF5-A9A9-CDF2B8EEB701}" cxnId="{C3E4E319-C6B3-4424-8BEA-477A521C49CA}" type="sibTrans">
      <dgm:prSet custT="1"/>
      <dgm:spPr/>
      <dgm:t>
        <a:bodyPr/>
        <a:lstStyle/>
        <a:p>
          <a:endParaRPr lang="en-US" sz="1600">
            <a:latin typeface="Arial" panose="020B0604020202020204" pitchFamily="34" charset="0"/>
            <a:cs typeface="Arial" panose="020B0604020202020204" pitchFamily="34" charset="0"/>
          </a:endParaRPr>
        </a:p>
      </dgm:t>
    </dgm:pt>
    <dgm:pt modelId="{A5D5549C-7E8F-46B9-97EB-8AE544B0C05B}">
      <dgm:prSet phldrT="[Text]" custT="1"/>
      <dgm:spPr/>
      <dgm:t>
        <a:bodyPr/>
        <a:lstStyle/>
        <a:p>
          <a:r>
            <a:rPr lang="en-US" sz="2000" dirty="0" smtClean="0">
              <a:latin typeface="Arial" panose="020B0604020202020204" pitchFamily="34" charset="0"/>
              <a:cs typeface="Arial" panose="020B0604020202020204" pitchFamily="34" charset="0"/>
            </a:rPr>
            <a:t>Extract relevant info</a:t>
          </a:r>
          <a:endParaRPr lang="en-US" sz="2000" dirty="0">
            <a:latin typeface="Arial" panose="020B0604020202020204" pitchFamily="34" charset="0"/>
            <a:cs typeface="Arial" panose="020B0604020202020204" pitchFamily="34" charset="0"/>
          </a:endParaRPr>
        </a:p>
      </dgm:t>
    </dgm:pt>
    <dgm:pt modelId="{13E72A65-8B45-4D0D-9192-AC1136431E07}" cxnId="{92E24831-4F4F-4DCA-8FD8-D228A51024C2}" type="parTrans">
      <dgm:prSet/>
      <dgm:spPr/>
      <dgm:t>
        <a:bodyPr/>
        <a:lstStyle/>
        <a:p>
          <a:endParaRPr lang="en-US" sz="2000">
            <a:latin typeface="Arial" panose="020B0604020202020204" pitchFamily="34" charset="0"/>
            <a:cs typeface="Arial" panose="020B0604020202020204" pitchFamily="34" charset="0"/>
          </a:endParaRPr>
        </a:p>
      </dgm:t>
    </dgm:pt>
    <dgm:pt modelId="{0C21B7F2-E640-419C-B35F-7DDC4DFAD5EA}" cxnId="{92E24831-4F4F-4DCA-8FD8-D228A51024C2}" type="sibTrans">
      <dgm:prSet custT="1"/>
      <dgm:spPr/>
      <dgm:t>
        <a:bodyPr/>
        <a:lstStyle/>
        <a:p>
          <a:endParaRPr lang="en-US" sz="1600">
            <a:latin typeface="Arial" panose="020B0604020202020204" pitchFamily="34" charset="0"/>
            <a:cs typeface="Arial" panose="020B0604020202020204" pitchFamily="34" charset="0"/>
          </a:endParaRPr>
        </a:p>
      </dgm:t>
    </dgm:pt>
    <dgm:pt modelId="{759BB46E-E618-4D08-A6A0-C6D7D7A55837}">
      <dgm:prSet phldrT="[Text]" custT="1"/>
      <dgm:spPr/>
      <dgm:t>
        <a:bodyPr/>
        <a:lstStyle/>
        <a:p>
          <a:r>
            <a:rPr lang="en-US" sz="2000" dirty="0" smtClean="0">
              <a:latin typeface="Arial" panose="020B0604020202020204" pitchFamily="34" charset="0"/>
              <a:cs typeface="Arial" panose="020B0604020202020204" pitchFamily="34" charset="0"/>
            </a:rPr>
            <a:t>Re-write the ideas in own words</a:t>
          </a:r>
          <a:endParaRPr lang="en-US" sz="2000" dirty="0">
            <a:latin typeface="Arial" panose="020B0604020202020204" pitchFamily="34" charset="0"/>
            <a:cs typeface="Arial" panose="020B0604020202020204" pitchFamily="34" charset="0"/>
          </a:endParaRPr>
        </a:p>
      </dgm:t>
    </dgm:pt>
    <dgm:pt modelId="{EF9EF1FF-1E98-4A07-8D86-09148A3098BA}" cxnId="{181E836D-77B5-440F-B74A-87998353427C}" type="parTrans">
      <dgm:prSet/>
      <dgm:spPr/>
      <dgm:t>
        <a:bodyPr/>
        <a:lstStyle/>
        <a:p>
          <a:endParaRPr lang="en-US" sz="2000">
            <a:latin typeface="Arial" panose="020B0604020202020204" pitchFamily="34" charset="0"/>
            <a:cs typeface="Arial" panose="020B0604020202020204" pitchFamily="34" charset="0"/>
          </a:endParaRPr>
        </a:p>
      </dgm:t>
    </dgm:pt>
    <dgm:pt modelId="{337C2A65-6A08-4FFA-984F-952DD2F2F86E}" cxnId="{181E836D-77B5-440F-B74A-87998353427C}" type="sibTrans">
      <dgm:prSet custT="1"/>
      <dgm:spPr/>
      <dgm:t>
        <a:bodyPr/>
        <a:lstStyle/>
        <a:p>
          <a:endParaRPr lang="en-US" sz="1600">
            <a:latin typeface="Arial" panose="020B0604020202020204" pitchFamily="34" charset="0"/>
            <a:cs typeface="Arial" panose="020B0604020202020204" pitchFamily="34" charset="0"/>
          </a:endParaRPr>
        </a:p>
      </dgm:t>
    </dgm:pt>
    <dgm:pt modelId="{C1F97FB5-E113-4062-9751-61C643DC6E1B}">
      <dgm:prSet phldrT="[Text]" custT="1"/>
      <dgm:spPr/>
      <dgm:t>
        <a:bodyPr/>
        <a:lstStyle/>
        <a:p>
          <a:r>
            <a:rPr lang="en-US" sz="2000" dirty="0" smtClean="0">
              <a:latin typeface="Arial" panose="020B0604020202020204" pitchFamily="34" charset="0"/>
              <a:cs typeface="Arial" panose="020B0604020202020204" pitchFamily="34" charset="0"/>
            </a:rPr>
            <a:t>Check for accuracy of original ideas</a:t>
          </a:r>
          <a:endParaRPr lang="en-US" sz="2000" dirty="0">
            <a:latin typeface="Arial" panose="020B0604020202020204" pitchFamily="34" charset="0"/>
            <a:cs typeface="Arial" panose="020B0604020202020204" pitchFamily="34" charset="0"/>
          </a:endParaRPr>
        </a:p>
      </dgm:t>
    </dgm:pt>
    <dgm:pt modelId="{630024E1-7DF6-4F24-99DE-97B5EDEBA461}" cxnId="{1420E337-A8D0-4F21-A7C4-7AF894E9CAB0}" type="parTrans">
      <dgm:prSet/>
      <dgm:spPr/>
      <dgm:t>
        <a:bodyPr/>
        <a:lstStyle/>
        <a:p>
          <a:endParaRPr lang="en-US" sz="2000">
            <a:latin typeface="Arial" panose="020B0604020202020204" pitchFamily="34" charset="0"/>
            <a:cs typeface="Arial" panose="020B0604020202020204" pitchFamily="34" charset="0"/>
          </a:endParaRPr>
        </a:p>
      </dgm:t>
    </dgm:pt>
    <dgm:pt modelId="{A7F3AB8D-2C26-4C7A-8E3E-4D6C03EE2032}" cxnId="{1420E337-A8D0-4F21-A7C4-7AF894E9CAB0}" type="sibTrans">
      <dgm:prSet custT="1"/>
      <dgm:spPr/>
      <dgm:t>
        <a:bodyPr/>
        <a:lstStyle/>
        <a:p>
          <a:endParaRPr lang="en-US" sz="1600">
            <a:latin typeface="Arial" panose="020B0604020202020204" pitchFamily="34" charset="0"/>
            <a:cs typeface="Arial" panose="020B0604020202020204" pitchFamily="34" charset="0"/>
          </a:endParaRPr>
        </a:p>
      </dgm:t>
    </dgm:pt>
    <dgm:pt modelId="{FB1A9C5E-B7A0-4232-9BF3-51D6EC07EB08}">
      <dgm:prSet phldrT="[Text]" custT="1"/>
      <dgm:spPr/>
      <dgm:t>
        <a:bodyPr/>
        <a:lstStyle/>
        <a:p>
          <a:r>
            <a:rPr lang="en-US" sz="2000" dirty="0" smtClean="0">
              <a:latin typeface="Arial" panose="020B0604020202020204" pitchFamily="34" charset="0"/>
              <a:cs typeface="Arial" panose="020B0604020202020204" pitchFamily="34" charset="0"/>
            </a:rPr>
            <a:t>Connect all ideas into a coherent piece</a:t>
          </a:r>
          <a:endParaRPr lang="en-US" sz="2000" dirty="0">
            <a:latin typeface="Arial" panose="020B0604020202020204" pitchFamily="34" charset="0"/>
            <a:cs typeface="Arial" panose="020B0604020202020204" pitchFamily="34" charset="0"/>
          </a:endParaRPr>
        </a:p>
      </dgm:t>
    </dgm:pt>
    <dgm:pt modelId="{AF396B01-7945-443F-8DA6-761B7E33F391}" cxnId="{A7BAB943-14A4-4BB5-B512-DB7B64FC52F7}" type="parTrans">
      <dgm:prSet/>
      <dgm:spPr/>
      <dgm:t>
        <a:bodyPr/>
        <a:lstStyle/>
        <a:p>
          <a:endParaRPr lang="en-US" sz="2000">
            <a:latin typeface="Arial" panose="020B0604020202020204" pitchFamily="34" charset="0"/>
            <a:cs typeface="Arial" panose="020B0604020202020204" pitchFamily="34" charset="0"/>
          </a:endParaRPr>
        </a:p>
      </dgm:t>
    </dgm:pt>
    <dgm:pt modelId="{B4CC560D-AED8-4083-BE20-DE5D4717E781}" cxnId="{A7BAB943-14A4-4BB5-B512-DB7B64FC52F7}" type="sibTrans">
      <dgm:prSet/>
      <dgm:spPr/>
      <dgm:t>
        <a:bodyPr/>
        <a:lstStyle/>
        <a:p>
          <a:endParaRPr lang="en-US" sz="2000">
            <a:latin typeface="Arial" panose="020B0604020202020204" pitchFamily="34" charset="0"/>
            <a:cs typeface="Arial" panose="020B0604020202020204" pitchFamily="34" charset="0"/>
          </a:endParaRPr>
        </a:p>
      </dgm:t>
    </dgm:pt>
    <dgm:pt modelId="{88BC124A-E1C2-4052-90FE-45A78E9D9F74}" type="pres">
      <dgm:prSet presAssocID="{5394B948-37D0-4637-A203-050E035C95EB}" presName="diagram" presStyleCnt="0">
        <dgm:presLayoutVars>
          <dgm:dir/>
          <dgm:resizeHandles val="exact"/>
        </dgm:presLayoutVars>
      </dgm:prSet>
      <dgm:spPr/>
      <dgm:t>
        <a:bodyPr/>
        <a:lstStyle/>
        <a:p>
          <a:endParaRPr lang="en-US"/>
        </a:p>
      </dgm:t>
    </dgm:pt>
    <dgm:pt modelId="{6EE2FAAF-9747-4B1D-A2A8-8D557B1786A3}" type="pres">
      <dgm:prSet presAssocID="{F8106BFB-6AD5-4E97-AEFD-F0C362442910}" presName="node" presStyleLbl="node1" presStyleIdx="0" presStyleCnt="7" custScaleY="123349">
        <dgm:presLayoutVars>
          <dgm:bulletEnabled val="1"/>
        </dgm:presLayoutVars>
      </dgm:prSet>
      <dgm:spPr/>
      <dgm:t>
        <a:bodyPr/>
        <a:lstStyle/>
        <a:p>
          <a:endParaRPr lang="en-US"/>
        </a:p>
      </dgm:t>
    </dgm:pt>
    <dgm:pt modelId="{2D466A56-ADA6-4A45-B507-534A704E5807}" type="pres">
      <dgm:prSet presAssocID="{AB02EA97-C1A5-4DF2-9E14-54B1A6C8523F}" presName="sibTrans" presStyleLbl="sibTrans2D1" presStyleIdx="0" presStyleCnt="6"/>
      <dgm:spPr/>
      <dgm:t>
        <a:bodyPr/>
        <a:lstStyle/>
        <a:p>
          <a:endParaRPr lang="en-US"/>
        </a:p>
      </dgm:t>
    </dgm:pt>
    <dgm:pt modelId="{65B452C0-D887-40B1-9CFA-957E0FCC6B8E}" type="pres">
      <dgm:prSet presAssocID="{AB02EA97-C1A5-4DF2-9E14-54B1A6C8523F}" presName="connectorText" presStyleLbl="sibTrans2D1" presStyleIdx="0" presStyleCnt="6"/>
      <dgm:spPr/>
      <dgm:t>
        <a:bodyPr/>
        <a:lstStyle/>
        <a:p>
          <a:endParaRPr lang="en-US"/>
        </a:p>
      </dgm:t>
    </dgm:pt>
    <dgm:pt modelId="{9AB8D400-DDC5-430E-BD05-2D85F3102BF8}" type="pres">
      <dgm:prSet presAssocID="{9C7BA860-54D5-4FDC-98B9-15385C8478F2}" presName="node" presStyleLbl="node1" presStyleIdx="1" presStyleCnt="7" custScaleY="123349">
        <dgm:presLayoutVars>
          <dgm:bulletEnabled val="1"/>
        </dgm:presLayoutVars>
      </dgm:prSet>
      <dgm:spPr/>
      <dgm:t>
        <a:bodyPr/>
        <a:lstStyle/>
        <a:p>
          <a:endParaRPr lang="en-US"/>
        </a:p>
      </dgm:t>
    </dgm:pt>
    <dgm:pt modelId="{81C3B1B4-8873-4CF3-89A3-54B7EB059E68}" type="pres">
      <dgm:prSet presAssocID="{B6668930-2040-4F20-BF3B-E1E7E969D6C6}" presName="sibTrans" presStyleLbl="sibTrans2D1" presStyleIdx="1" presStyleCnt="6"/>
      <dgm:spPr/>
      <dgm:t>
        <a:bodyPr/>
        <a:lstStyle/>
        <a:p>
          <a:endParaRPr lang="en-US"/>
        </a:p>
      </dgm:t>
    </dgm:pt>
    <dgm:pt modelId="{2AD3FE02-EED0-4D1B-A156-0278245A1920}" type="pres">
      <dgm:prSet presAssocID="{B6668930-2040-4F20-BF3B-E1E7E969D6C6}" presName="connectorText" presStyleLbl="sibTrans2D1" presStyleIdx="1" presStyleCnt="6"/>
      <dgm:spPr/>
      <dgm:t>
        <a:bodyPr/>
        <a:lstStyle/>
        <a:p>
          <a:endParaRPr lang="en-US"/>
        </a:p>
      </dgm:t>
    </dgm:pt>
    <dgm:pt modelId="{E2249144-29B5-4B7F-9E12-508519E7A788}" type="pres">
      <dgm:prSet presAssocID="{33E2FB44-1C02-454C-B8F7-EF6BD4318948}" presName="node" presStyleLbl="node1" presStyleIdx="2" presStyleCnt="7" custScaleY="123349">
        <dgm:presLayoutVars>
          <dgm:bulletEnabled val="1"/>
        </dgm:presLayoutVars>
      </dgm:prSet>
      <dgm:spPr/>
      <dgm:t>
        <a:bodyPr/>
        <a:lstStyle/>
        <a:p>
          <a:endParaRPr lang="en-US"/>
        </a:p>
      </dgm:t>
    </dgm:pt>
    <dgm:pt modelId="{4F2AE3AF-046A-4D2A-9EDE-24D6D1A13EB5}" type="pres">
      <dgm:prSet presAssocID="{C9750029-0B01-4AF5-A9A9-CDF2B8EEB701}" presName="sibTrans" presStyleLbl="sibTrans2D1" presStyleIdx="2" presStyleCnt="6"/>
      <dgm:spPr/>
      <dgm:t>
        <a:bodyPr/>
        <a:lstStyle/>
        <a:p>
          <a:endParaRPr lang="en-US"/>
        </a:p>
      </dgm:t>
    </dgm:pt>
    <dgm:pt modelId="{50E50F5D-42CE-4219-A8E4-BE6C8B4E1228}" type="pres">
      <dgm:prSet presAssocID="{C9750029-0B01-4AF5-A9A9-CDF2B8EEB701}" presName="connectorText" presStyleLbl="sibTrans2D1" presStyleIdx="2" presStyleCnt="6"/>
      <dgm:spPr/>
      <dgm:t>
        <a:bodyPr/>
        <a:lstStyle/>
        <a:p>
          <a:endParaRPr lang="en-US"/>
        </a:p>
      </dgm:t>
    </dgm:pt>
    <dgm:pt modelId="{DF201AE2-80A9-493F-8EA4-28766413088E}" type="pres">
      <dgm:prSet presAssocID="{A5D5549C-7E8F-46B9-97EB-8AE544B0C05B}" presName="node" presStyleLbl="node1" presStyleIdx="3" presStyleCnt="7" custScaleY="123349">
        <dgm:presLayoutVars>
          <dgm:bulletEnabled val="1"/>
        </dgm:presLayoutVars>
      </dgm:prSet>
      <dgm:spPr/>
      <dgm:t>
        <a:bodyPr/>
        <a:lstStyle/>
        <a:p>
          <a:endParaRPr lang="en-US"/>
        </a:p>
      </dgm:t>
    </dgm:pt>
    <dgm:pt modelId="{00D1D1BC-3D72-493D-8681-71D09DFD2126}" type="pres">
      <dgm:prSet presAssocID="{0C21B7F2-E640-419C-B35F-7DDC4DFAD5EA}" presName="sibTrans" presStyleLbl="sibTrans2D1" presStyleIdx="3" presStyleCnt="6"/>
      <dgm:spPr/>
      <dgm:t>
        <a:bodyPr/>
        <a:lstStyle/>
        <a:p>
          <a:endParaRPr lang="en-US"/>
        </a:p>
      </dgm:t>
    </dgm:pt>
    <dgm:pt modelId="{046C82BF-055A-4A70-8685-1F2640FDF114}" type="pres">
      <dgm:prSet presAssocID="{0C21B7F2-E640-419C-B35F-7DDC4DFAD5EA}" presName="connectorText" presStyleLbl="sibTrans2D1" presStyleIdx="3" presStyleCnt="6"/>
      <dgm:spPr/>
      <dgm:t>
        <a:bodyPr/>
        <a:lstStyle/>
        <a:p>
          <a:endParaRPr lang="en-US"/>
        </a:p>
      </dgm:t>
    </dgm:pt>
    <dgm:pt modelId="{894873AB-F226-47D2-B0C1-B5F98AC08D65}" type="pres">
      <dgm:prSet presAssocID="{759BB46E-E618-4D08-A6A0-C6D7D7A55837}" presName="node" presStyleLbl="node1" presStyleIdx="4" presStyleCnt="7" custScaleY="123349">
        <dgm:presLayoutVars>
          <dgm:bulletEnabled val="1"/>
        </dgm:presLayoutVars>
      </dgm:prSet>
      <dgm:spPr/>
      <dgm:t>
        <a:bodyPr/>
        <a:lstStyle/>
        <a:p>
          <a:endParaRPr lang="en-US"/>
        </a:p>
      </dgm:t>
    </dgm:pt>
    <dgm:pt modelId="{CF389200-29E2-4CFB-97E9-13CC6FC94396}" type="pres">
      <dgm:prSet presAssocID="{337C2A65-6A08-4FFA-984F-952DD2F2F86E}" presName="sibTrans" presStyleLbl="sibTrans2D1" presStyleIdx="4" presStyleCnt="6"/>
      <dgm:spPr/>
      <dgm:t>
        <a:bodyPr/>
        <a:lstStyle/>
        <a:p>
          <a:endParaRPr lang="en-US"/>
        </a:p>
      </dgm:t>
    </dgm:pt>
    <dgm:pt modelId="{01A46862-90C4-4016-9D86-440DC0D44773}" type="pres">
      <dgm:prSet presAssocID="{337C2A65-6A08-4FFA-984F-952DD2F2F86E}" presName="connectorText" presStyleLbl="sibTrans2D1" presStyleIdx="4" presStyleCnt="6"/>
      <dgm:spPr/>
      <dgm:t>
        <a:bodyPr/>
        <a:lstStyle/>
        <a:p>
          <a:endParaRPr lang="en-US"/>
        </a:p>
      </dgm:t>
    </dgm:pt>
    <dgm:pt modelId="{DB411D7F-A629-4942-8D4E-DE01643B64B6}" type="pres">
      <dgm:prSet presAssocID="{C1F97FB5-E113-4062-9751-61C643DC6E1B}" presName="node" presStyleLbl="node1" presStyleIdx="5" presStyleCnt="7" custScaleY="123349">
        <dgm:presLayoutVars>
          <dgm:bulletEnabled val="1"/>
        </dgm:presLayoutVars>
      </dgm:prSet>
      <dgm:spPr/>
      <dgm:t>
        <a:bodyPr/>
        <a:lstStyle/>
        <a:p>
          <a:endParaRPr lang="en-US"/>
        </a:p>
      </dgm:t>
    </dgm:pt>
    <dgm:pt modelId="{064D3B06-C6A1-410B-A343-14F529F6FCB8}" type="pres">
      <dgm:prSet presAssocID="{A7F3AB8D-2C26-4C7A-8E3E-4D6C03EE2032}" presName="sibTrans" presStyleLbl="sibTrans2D1" presStyleIdx="5" presStyleCnt="6"/>
      <dgm:spPr/>
      <dgm:t>
        <a:bodyPr/>
        <a:lstStyle/>
        <a:p>
          <a:endParaRPr lang="en-US"/>
        </a:p>
      </dgm:t>
    </dgm:pt>
    <dgm:pt modelId="{E1DF0D75-B593-4AB9-806E-6B360824AF5E}" type="pres">
      <dgm:prSet presAssocID="{A7F3AB8D-2C26-4C7A-8E3E-4D6C03EE2032}" presName="connectorText" presStyleLbl="sibTrans2D1" presStyleIdx="5" presStyleCnt="6"/>
      <dgm:spPr/>
      <dgm:t>
        <a:bodyPr/>
        <a:lstStyle/>
        <a:p>
          <a:endParaRPr lang="en-US"/>
        </a:p>
      </dgm:t>
    </dgm:pt>
    <dgm:pt modelId="{9C5BB07B-C001-40DD-95E2-38006575ADC4}" type="pres">
      <dgm:prSet presAssocID="{FB1A9C5E-B7A0-4232-9BF3-51D6EC07EB08}" presName="node" presStyleLbl="node1" presStyleIdx="6" presStyleCnt="7" custScaleY="123349">
        <dgm:presLayoutVars>
          <dgm:bulletEnabled val="1"/>
        </dgm:presLayoutVars>
      </dgm:prSet>
      <dgm:spPr/>
      <dgm:t>
        <a:bodyPr/>
        <a:lstStyle/>
        <a:p>
          <a:endParaRPr lang="en-US"/>
        </a:p>
      </dgm:t>
    </dgm:pt>
  </dgm:ptLst>
  <dgm:cxnLst>
    <dgm:cxn modelId="{2F721125-BE7D-45B4-BECF-C9B169408094}" type="presOf" srcId="{5394B948-37D0-4637-A203-050E035C95EB}" destId="{88BC124A-E1C2-4052-90FE-45A78E9D9F74}" srcOrd="0" destOrd="0" presId="urn:microsoft.com/office/officeart/2005/8/layout/process5"/>
    <dgm:cxn modelId="{77F9E52C-62E4-4E7A-A941-9AB8A68EDB79}" type="presOf" srcId="{A7F3AB8D-2C26-4C7A-8E3E-4D6C03EE2032}" destId="{E1DF0D75-B593-4AB9-806E-6B360824AF5E}" srcOrd="1" destOrd="0" presId="urn:microsoft.com/office/officeart/2005/8/layout/process5"/>
    <dgm:cxn modelId="{B7C03755-2685-4FC9-BADC-EB358BAE7489}" type="presOf" srcId="{A7F3AB8D-2C26-4C7A-8E3E-4D6C03EE2032}" destId="{064D3B06-C6A1-410B-A343-14F529F6FCB8}" srcOrd="0" destOrd="0" presId="urn:microsoft.com/office/officeart/2005/8/layout/process5"/>
    <dgm:cxn modelId="{92E24831-4F4F-4DCA-8FD8-D228A51024C2}" srcId="{5394B948-37D0-4637-A203-050E035C95EB}" destId="{A5D5549C-7E8F-46B9-97EB-8AE544B0C05B}" srcOrd="3" destOrd="0" parTransId="{13E72A65-8B45-4D0D-9192-AC1136431E07}" sibTransId="{0C21B7F2-E640-419C-B35F-7DDC4DFAD5EA}"/>
    <dgm:cxn modelId="{53853AB9-C2F2-4C40-A897-26832C069547}" type="presOf" srcId="{759BB46E-E618-4D08-A6A0-C6D7D7A55837}" destId="{894873AB-F226-47D2-B0C1-B5F98AC08D65}" srcOrd="0" destOrd="0" presId="urn:microsoft.com/office/officeart/2005/8/layout/process5"/>
    <dgm:cxn modelId="{5D8179F5-7DCE-44CD-8E1C-A1DB852243DD}" type="presOf" srcId="{C9750029-0B01-4AF5-A9A9-CDF2B8EEB701}" destId="{4F2AE3AF-046A-4D2A-9EDE-24D6D1A13EB5}" srcOrd="0" destOrd="0" presId="urn:microsoft.com/office/officeart/2005/8/layout/process5"/>
    <dgm:cxn modelId="{3C7CA047-6AAF-47E6-BB6D-5E67AEDF31B3}" type="presOf" srcId="{C9750029-0B01-4AF5-A9A9-CDF2B8EEB701}" destId="{50E50F5D-42CE-4219-A8E4-BE6C8B4E1228}" srcOrd="1" destOrd="0" presId="urn:microsoft.com/office/officeart/2005/8/layout/process5"/>
    <dgm:cxn modelId="{1B13BC67-6824-47FA-87B4-71D42AF31B0C}" type="presOf" srcId="{0C21B7F2-E640-419C-B35F-7DDC4DFAD5EA}" destId="{00D1D1BC-3D72-493D-8681-71D09DFD2126}" srcOrd="0" destOrd="0" presId="urn:microsoft.com/office/officeart/2005/8/layout/process5"/>
    <dgm:cxn modelId="{09CFD244-303A-46AB-B766-3862A7583131}" type="presOf" srcId="{9C7BA860-54D5-4FDC-98B9-15385C8478F2}" destId="{9AB8D400-DDC5-430E-BD05-2D85F3102BF8}" srcOrd="0" destOrd="0" presId="urn:microsoft.com/office/officeart/2005/8/layout/process5"/>
    <dgm:cxn modelId="{F2ECFDA8-2444-409C-B7E2-1E91C4BD0367}" type="presOf" srcId="{FB1A9C5E-B7A0-4232-9BF3-51D6EC07EB08}" destId="{9C5BB07B-C001-40DD-95E2-38006575ADC4}" srcOrd="0" destOrd="0" presId="urn:microsoft.com/office/officeart/2005/8/layout/process5"/>
    <dgm:cxn modelId="{DCE0214E-CF55-4B62-B998-4BAE8F34CB98}" type="presOf" srcId="{33E2FB44-1C02-454C-B8F7-EF6BD4318948}" destId="{E2249144-29B5-4B7F-9E12-508519E7A788}" srcOrd="0" destOrd="0" presId="urn:microsoft.com/office/officeart/2005/8/layout/process5"/>
    <dgm:cxn modelId="{A7F6DFAA-112E-4E73-8610-B67824D6D6C8}" srcId="{5394B948-37D0-4637-A203-050E035C95EB}" destId="{F8106BFB-6AD5-4E97-AEFD-F0C362442910}" srcOrd="0" destOrd="0" parTransId="{3724E507-6E6F-4F60-826A-60C9597C03BA}" sibTransId="{AB02EA97-C1A5-4DF2-9E14-54B1A6C8523F}"/>
    <dgm:cxn modelId="{A7BAB943-14A4-4BB5-B512-DB7B64FC52F7}" srcId="{5394B948-37D0-4637-A203-050E035C95EB}" destId="{FB1A9C5E-B7A0-4232-9BF3-51D6EC07EB08}" srcOrd="6" destOrd="0" parTransId="{AF396B01-7945-443F-8DA6-761B7E33F391}" sibTransId="{B4CC560D-AED8-4083-BE20-DE5D4717E781}"/>
    <dgm:cxn modelId="{B767CB6B-9314-4CD9-A339-EC2DC14CDA86}" type="presOf" srcId="{B6668930-2040-4F20-BF3B-E1E7E969D6C6}" destId="{2AD3FE02-EED0-4D1B-A156-0278245A1920}" srcOrd="1" destOrd="0" presId="urn:microsoft.com/office/officeart/2005/8/layout/process5"/>
    <dgm:cxn modelId="{395D695A-7B4D-43E6-ADD3-64F1A8A0B45B}" type="presOf" srcId="{337C2A65-6A08-4FFA-984F-952DD2F2F86E}" destId="{01A46862-90C4-4016-9D86-440DC0D44773}" srcOrd="1" destOrd="0" presId="urn:microsoft.com/office/officeart/2005/8/layout/process5"/>
    <dgm:cxn modelId="{14053D3E-8E65-4E82-AE00-DAC762F1609F}" type="presOf" srcId="{AB02EA97-C1A5-4DF2-9E14-54B1A6C8523F}" destId="{65B452C0-D887-40B1-9CFA-957E0FCC6B8E}" srcOrd="1" destOrd="0" presId="urn:microsoft.com/office/officeart/2005/8/layout/process5"/>
    <dgm:cxn modelId="{061ACADB-AF75-480E-A327-CEAD3460296D}" type="presOf" srcId="{B6668930-2040-4F20-BF3B-E1E7E969D6C6}" destId="{81C3B1B4-8873-4CF3-89A3-54B7EB059E68}" srcOrd="0" destOrd="0" presId="urn:microsoft.com/office/officeart/2005/8/layout/process5"/>
    <dgm:cxn modelId="{05D3DB38-F270-44C1-8BCF-B205589D69DF}" type="presOf" srcId="{A5D5549C-7E8F-46B9-97EB-8AE544B0C05B}" destId="{DF201AE2-80A9-493F-8EA4-28766413088E}" srcOrd="0" destOrd="0" presId="urn:microsoft.com/office/officeart/2005/8/layout/process5"/>
    <dgm:cxn modelId="{634E9431-1893-4393-B67D-BF2BA189887D}" srcId="{5394B948-37D0-4637-A203-050E035C95EB}" destId="{9C7BA860-54D5-4FDC-98B9-15385C8478F2}" srcOrd="1" destOrd="0" parTransId="{94B5D054-929E-4430-8A90-59336F473367}" sibTransId="{B6668930-2040-4F20-BF3B-E1E7E969D6C6}"/>
    <dgm:cxn modelId="{55171E42-6CA8-463A-9823-7AC19FBC73FC}" type="presOf" srcId="{337C2A65-6A08-4FFA-984F-952DD2F2F86E}" destId="{CF389200-29E2-4CFB-97E9-13CC6FC94396}" srcOrd="0" destOrd="0" presId="urn:microsoft.com/office/officeart/2005/8/layout/process5"/>
    <dgm:cxn modelId="{4A25A1D6-8D63-4768-8056-5DCBB11A0432}" type="presOf" srcId="{F8106BFB-6AD5-4E97-AEFD-F0C362442910}" destId="{6EE2FAAF-9747-4B1D-A2A8-8D557B1786A3}" srcOrd="0" destOrd="0" presId="urn:microsoft.com/office/officeart/2005/8/layout/process5"/>
    <dgm:cxn modelId="{A93ADD1B-689E-499F-A11A-E3612B5124EF}" type="presOf" srcId="{0C21B7F2-E640-419C-B35F-7DDC4DFAD5EA}" destId="{046C82BF-055A-4A70-8685-1F2640FDF114}" srcOrd="1" destOrd="0" presId="urn:microsoft.com/office/officeart/2005/8/layout/process5"/>
    <dgm:cxn modelId="{45D9D59D-D0E2-4B6C-9B1B-B5C8D2741F43}" type="presOf" srcId="{AB02EA97-C1A5-4DF2-9E14-54B1A6C8523F}" destId="{2D466A56-ADA6-4A45-B507-534A704E5807}" srcOrd="0" destOrd="0" presId="urn:microsoft.com/office/officeart/2005/8/layout/process5"/>
    <dgm:cxn modelId="{181E836D-77B5-440F-B74A-87998353427C}" srcId="{5394B948-37D0-4637-A203-050E035C95EB}" destId="{759BB46E-E618-4D08-A6A0-C6D7D7A55837}" srcOrd="4" destOrd="0" parTransId="{EF9EF1FF-1E98-4A07-8D86-09148A3098BA}" sibTransId="{337C2A65-6A08-4FFA-984F-952DD2F2F86E}"/>
    <dgm:cxn modelId="{C3E4E319-C6B3-4424-8BEA-477A521C49CA}" srcId="{5394B948-37D0-4637-A203-050E035C95EB}" destId="{33E2FB44-1C02-454C-B8F7-EF6BD4318948}" srcOrd="2" destOrd="0" parTransId="{23A53101-F385-431E-9DF5-20E43AA51BB8}" sibTransId="{C9750029-0B01-4AF5-A9A9-CDF2B8EEB701}"/>
    <dgm:cxn modelId="{6B082A7C-2519-4A9B-910B-E90244C3F018}" type="presOf" srcId="{C1F97FB5-E113-4062-9751-61C643DC6E1B}" destId="{DB411D7F-A629-4942-8D4E-DE01643B64B6}" srcOrd="0" destOrd="0" presId="urn:microsoft.com/office/officeart/2005/8/layout/process5"/>
    <dgm:cxn modelId="{1420E337-A8D0-4F21-A7C4-7AF894E9CAB0}" srcId="{5394B948-37D0-4637-A203-050E035C95EB}" destId="{C1F97FB5-E113-4062-9751-61C643DC6E1B}" srcOrd="5" destOrd="0" parTransId="{630024E1-7DF6-4F24-99DE-97B5EDEBA461}" sibTransId="{A7F3AB8D-2C26-4C7A-8E3E-4D6C03EE2032}"/>
    <dgm:cxn modelId="{D56CA501-87C7-4CDF-8438-18531807DF57}" type="presParOf" srcId="{88BC124A-E1C2-4052-90FE-45A78E9D9F74}" destId="{6EE2FAAF-9747-4B1D-A2A8-8D557B1786A3}" srcOrd="0" destOrd="0" presId="urn:microsoft.com/office/officeart/2005/8/layout/process5"/>
    <dgm:cxn modelId="{248137E4-B98F-4FB3-8090-41B636BB0935}" type="presParOf" srcId="{88BC124A-E1C2-4052-90FE-45A78E9D9F74}" destId="{2D466A56-ADA6-4A45-B507-534A704E5807}" srcOrd="1" destOrd="0" presId="urn:microsoft.com/office/officeart/2005/8/layout/process5"/>
    <dgm:cxn modelId="{44BAEC3F-793B-40B9-8F36-B941DA935907}" type="presParOf" srcId="{2D466A56-ADA6-4A45-B507-534A704E5807}" destId="{65B452C0-D887-40B1-9CFA-957E0FCC6B8E}" srcOrd="0" destOrd="0" presId="urn:microsoft.com/office/officeart/2005/8/layout/process5"/>
    <dgm:cxn modelId="{7D4BB8A8-56FF-401B-B8F3-135971683748}" type="presParOf" srcId="{88BC124A-E1C2-4052-90FE-45A78E9D9F74}" destId="{9AB8D400-DDC5-430E-BD05-2D85F3102BF8}" srcOrd="2" destOrd="0" presId="urn:microsoft.com/office/officeart/2005/8/layout/process5"/>
    <dgm:cxn modelId="{BEE58F1B-D574-4AFB-B01C-5D34EF453949}" type="presParOf" srcId="{88BC124A-E1C2-4052-90FE-45A78E9D9F74}" destId="{81C3B1B4-8873-4CF3-89A3-54B7EB059E68}" srcOrd="3" destOrd="0" presId="urn:microsoft.com/office/officeart/2005/8/layout/process5"/>
    <dgm:cxn modelId="{3951ECC8-5A63-47C6-8F07-E086D6E0D887}" type="presParOf" srcId="{81C3B1B4-8873-4CF3-89A3-54B7EB059E68}" destId="{2AD3FE02-EED0-4D1B-A156-0278245A1920}" srcOrd="0" destOrd="0" presId="urn:microsoft.com/office/officeart/2005/8/layout/process5"/>
    <dgm:cxn modelId="{08E34FCA-5D05-48BC-AC08-CC3B34BFF307}" type="presParOf" srcId="{88BC124A-E1C2-4052-90FE-45A78E9D9F74}" destId="{E2249144-29B5-4B7F-9E12-508519E7A788}" srcOrd="4" destOrd="0" presId="urn:microsoft.com/office/officeart/2005/8/layout/process5"/>
    <dgm:cxn modelId="{AD19D2D0-7090-42B6-A570-DF772236A363}" type="presParOf" srcId="{88BC124A-E1C2-4052-90FE-45A78E9D9F74}" destId="{4F2AE3AF-046A-4D2A-9EDE-24D6D1A13EB5}" srcOrd="5" destOrd="0" presId="urn:microsoft.com/office/officeart/2005/8/layout/process5"/>
    <dgm:cxn modelId="{4F8D71BF-418D-4D64-89F5-A56845A7A505}" type="presParOf" srcId="{4F2AE3AF-046A-4D2A-9EDE-24D6D1A13EB5}" destId="{50E50F5D-42CE-4219-A8E4-BE6C8B4E1228}" srcOrd="0" destOrd="0" presId="urn:microsoft.com/office/officeart/2005/8/layout/process5"/>
    <dgm:cxn modelId="{B775486F-CF97-4DB1-A222-A549C8E41B0E}" type="presParOf" srcId="{88BC124A-E1C2-4052-90FE-45A78E9D9F74}" destId="{DF201AE2-80A9-493F-8EA4-28766413088E}" srcOrd="6" destOrd="0" presId="urn:microsoft.com/office/officeart/2005/8/layout/process5"/>
    <dgm:cxn modelId="{E62E3B91-F70E-4AB6-A684-E68E96B82830}" type="presParOf" srcId="{88BC124A-E1C2-4052-90FE-45A78E9D9F74}" destId="{00D1D1BC-3D72-493D-8681-71D09DFD2126}" srcOrd="7" destOrd="0" presId="urn:microsoft.com/office/officeart/2005/8/layout/process5"/>
    <dgm:cxn modelId="{003D174E-765B-4197-94FD-10E3439278D0}" type="presParOf" srcId="{00D1D1BC-3D72-493D-8681-71D09DFD2126}" destId="{046C82BF-055A-4A70-8685-1F2640FDF114}" srcOrd="0" destOrd="0" presId="urn:microsoft.com/office/officeart/2005/8/layout/process5"/>
    <dgm:cxn modelId="{E6F9191A-7864-4760-971E-244B63239E11}" type="presParOf" srcId="{88BC124A-E1C2-4052-90FE-45A78E9D9F74}" destId="{894873AB-F226-47D2-B0C1-B5F98AC08D65}" srcOrd="8" destOrd="0" presId="urn:microsoft.com/office/officeart/2005/8/layout/process5"/>
    <dgm:cxn modelId="{44B3EC77-964A-4741-B239-8F1BF6F4C5C4}" type="presParOf" srcId="{88BC124A-E1C2-4052-90FE-45A78E9D9F74}" destId="{CF389200-29E2-4CFB-97E9-13CC6FC94396}" srcOrd="9" destOrd="0" presId="urn:microsoft.com/office/officeart/2005/8/layout/process5"/>
    <dgm:cxn modelId="{D54723D3-8B01-4BAB-96F4-37D1DF1B91E6}" type="presParOf" srcId="{CF389200-29E2-4CFB-97E9-13CC6FC94396}" destId="{01A46862-90C4-4016-9D86-440DC0D44773}" srcOrd="0" destOrd="0" presId="urn:microsoft.com/office/officeart/2005/8/layout/process5"/>
    <dgm:cxn modelId="{E6AE7F73-8D29-4ECE-8BC0-7D70068E0A4F}" type="presParOf" srcId="{88BC124A-E1C2-4052-90FE-45A78E9D9F74}" destId="{DB411D7F-A629-4942-8D4E-DE01643B64B6}" srcOrd="10" destOrd="0" presId="urn:microsoft.com/office/officeart/2005/8/layout/process5"/>
    <dgm:cxn modelId="{8508DF0C-68CA-48BE-A321-45ACD40831A7}" type="presParOf" srcId="{88BC124A-E1C2-4052-90FE-45A78E9D9F74}" destId="{064D3B06-C6A1-410B-A343-14F529F6FCB8}" srcOrd="11" destOrd="0" presId="urn:microsoft.com/office/officeart/2005/8/layout/process5"/>
    <dgm:cxn modelId="{7D92833F-2367-448B-94B3-E377BF3F92A0}" type="presParOf" srcId="{064D3B06-C6A1-410B-A343-14F529F6FCB8}" destId="{E1DF0D75-B593-4AB9-806E-6B360824AF5E}" srcOrd="0" destOrd="0" presId="urn:microsoft.com/office/officeart/2005/8/layout/process5"/>
    <dgm:cxn modelId="{54A4D930-DF94-4958-B807-472601DA551B}" type="presParOf" srcId="{88BC124A-E1C2-4052-90FE-45A78E9D9F74}" destId="{9C5BB07B-C001-40DD-95E2-38006575ADC4}" srcOrd="12" destOrd="0" presId="urn:microsoft.com/office/officeart/2005/8/layout/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171DBC-14A4-402B-8CEC-7B89152DC07E}" type="doc">
      <dgm:prSet loTypeId="urn:microsoft.com/office/officeart/2005/8/layout/StepDownProcess" loCatId="process" qsTypeId="urn:microsoft.com/office/officeart/2005/8/quickstyle/3d3" qsCatId="3D" csTypeId="urn:microsoft.com/office/officeart/2005/8/colors/colorful2" csCatId="colorful" phldr="1"/>
      <dgm:spPr/>
      <dgm:t>
        <a:bodyPr/>
        <a:lstStyle/>
        <a:p>
          <a:endParaRPr lang="en-US"/>
        </a:p>
      </dgm:t>
    </dgm:pt>
    <dgm:pt modelId="{06629E9D-8713-456C-AF45-57DEB52C6E97}">
      <dgm:prSet phldrT="[Text]" custT="1"/>
      <dgm:spPr/>
      <dgm:t>
        <a:bodyPr/>
        <a:lstStyle/>
        <a:p>
          <a:r>
            <a:rPr lang="en-US" sz="2400" dirty="0" smtClean="0">
              <a:latin typeface="Arial" panose="020B0604020202020204" pitchFamily="34" charset="0"/>
              <a:cs typeface="Arial" panose="020B0604020202020204" pitchFamily="34" charset="0"/>
            </a:rPr>
            <a:t>Less than 40 words</a:t>
          </a:r>
          <a:endParaRPr lang="en-US" sz="2400" dirty="0">
            <a:latin typeface="Arial" panose="020B0604020202020204" pitchFamily="34" charset="0"/>
            <a:cs typeface="Arial" panose="020B0604020202020204" pitchFamily="34" charset="0"/>
          </a:endParaRPr>
        </a:p>
      </dgm:t>
    </dgm:pt>
    <dgm:pt modelId="{DF15B69F-E393-42C6-83C9-010D3D96136C}" cxnId="{6EAD1C2D-FFF0-439B-AB68-B78946783586}" type="parTrans">
      <dgm:prSet/>
      <dgm:spPr/>
      <dgm:t>
        <a:bodyPr/>
        <a:lstStyle/>
        <a:p>
          <a:endParaRPr lang="en-US" sz="2400">
            <a:latin typeface="Arial" panose="020B0604020202020204" pitchFamily="34" charset="0"/>
            <a:cs typeface="Arial" panose="020B0604020202020204" pitchFamily="34" charset="0"/>
          </a:endParaRPr>
        </a:p>
      </dgm:t>
    </dgm:pt>
    <dgm:pt modelId="{1C749285-47C2-4785-8883-583E199331AB}" cxnId="{6EAD1C2D-FFF0-439B-AB68-B78946783586}" type="sibTrans">
      <dgm:prSet/>
      <dgm:spPr/>
      <dgm:t>
        <a:bodyPr/>
        <a:lstStyle/>
        <a:p>
          <a:endParaRPr lang="en-US" sz="2400">
            <a:latin typeface="Arial" panose="020B0604020202020204" pitchFamily="34" charset="0"/>
            <a:cs typeface="Arial" panose="020B0604020202020204" pitchFamily="34" charset="0"/>
          </a:endParaRPr>
        </a:p>
      </dgm:t>
    </dgm:pt>
    <dgm:pt modelId="{D0B77FBE-F1FA-4396-A753-291A182DB450}">
      <dgm:prSet phldrT="[Text]" custT="1"/>
      <dgm:spPr/>
      <dgm:t>
        <a:bodyPr/>
        <a:lstStyle/>
        <a:p>
          <a:r>
            <a:rPr lang="en-US" sz="2400" dirty="0" smtClean="0">
              <a:latin typeface="Arial" panose="020B0604020202020204" pitchFamily="34" charset="0"/>
              <a:cs typeface="Arial" panose="020B0604020202020204" pitchFamily="34" charset="0"/>
            </a:rPr>
            <a:t>Incorporate into the text</a:t>
          </a:r>
          <a:endParaRPr lang="en-US" sz="2400" dirty="0">
            <a:latin typeface="Arial" panose="020B0604020202020204" pitchFamily="34" charset="0"/>
            <a:cs typeface="Arial" panose="020B0604020202020204" pitchFamily="34" charset="0"/>
          </a:endParaRPr>
        </a:p>
      </dgm:t>
    </dgm:pt>
    <dgm:pt modelId="{4F800562-ED4D-4976-8C7B-ED7ABD638DFE}" cxnId="{B34D1FD2-36AA-4051-A9DD-6F73D0271ACB}" type="parTrans">
      <dgm:prSet/>
      <dgm:spPr/>
      <dgm:t>
        <a:bodyPr/>
        <a:lstStyle/>
        <a:p>
          <a:endParaRPr lang="en-US" sz="2400">
            <a:latin typeface="Arial" panose="020B0604020202020204" pitchFamily="34" charset="0"/>
            <a:cs typeface="Arial" panose="020B0604020202020204" pitchFamily="34" charset="0"/>
          </a:endParaRPr>
        </a:p>
      </dgm:t>
    </dgm:pt>
    <dgm:pt modelId="{2AEB277D-1830-488E-917E-D4158D2AF770}" cxnId="{B34D1FD2-36AA-4051-A9DD-6F73D0271ACB}" type="sibTrans">
      <dgm:prSet/>
      <dgm:spPr/>
      <dgm:t>
        <a:bodyPr/>
        <a:lstStyle/>
        <a:p>
          <a:endParaRPr lang="en-US" sz="2400">
            <a:latin typeface="Arial" panose="020B0604020202020204" pitchFamily="34" charset="0"/>
            <a:cs typeface="Arial" panose="020B0604020202020204" pitchFamily="34" charset="0"/>
          </a:endParaRPr>
        </a:p>
      </dgm:t>
    </dgm:pt>
    <dgm:pt modelId="{75929D3D-0100-4634-95BC-D2BA9A9B5DCD}" type="pres">
      <dgm:prSet presAssocID="{FA171DBC-14A4-402B-8CEC-7B89152DC07E}" presName="rootnode" presStyleCnt="0">
        <dgm:presLayoutVars>
          <dgm:chMax/>
          <dgm:chPref/>
          <dgm:dir/>
          <dgm:animLvl val="lvl"/>
        </dgm:presLayoutVars>
      </dgm:prSet>
      <dgm:spPr/>
      <dgm:t>
        <a:bodyPr/>
        <a:lstStyle/>
        <a:p>
          <a:endParaRPr lang="en-US"/>
        </a:p>
      </dgm:t>
    </dgm:pt>
    <dgm:pt modelId="{5168A981-A512-42FA-B28C-56E8ACB8AB4A}" type="pres">
      <dgm:prSet presAssocID="{06629E9D-8713-456C-AF45-57DEB52C6E97}" presName="composite" presStyleCnt="0"/>
      <dgm:spPr/>
    </dgm:pt>
    <dgm:pt modelId="{24D0FFFB-53A8-476A-8326-01ABAB1DAAC9}" type="pres">
      <dgm:prSet presAssocID="{06629E9D-8713-456C-AF45-57DEB52C6E97}" presName="bentUpArrow1" presStyleLbl="alignImgPlace1" presStyleIdx="0" presStyleCnt="1"/>
      <dgm:spPr/>
    </dgm:pt>
    <dgm:pt modelId="{C077DBD6-ACCC-4E65-944B-7D895E2CB750}" type="pres">
      <dgm:prSet presAssocID="{06629E9D-8713-456C-AF45-57DEB52C6E97}" presName="ParentText" presStyleLbl="node1" presStyleIdx="0" presStyleCnt="2">
        <dgm:presLayoutVars>
          <dgm:chMax val="1"/>
          <dgm:chPref val="1"/>
          <dgm:bulletEnabled val="1"/>
        </dgm:presLayoutVars>
      </dgm:prSet>
      <dgm:spPr/>
      <dgm:t>
        <a:bodyPr/>
        <a:lstStyle/>
        <a:p>
          <a:endParaRPr lang="en-US"/>
        </a:p>
      </dgm:t>
    </dgm:pt>
    <dgm:pt modelId="{03475E23-2B4B-4C50-8F50-65FBA19217DB}" type="pres">
      <dgm:prSet presAssocID="{06629E9D-8713-456C-AF45-57DEB52C6E97}" presName="ChildText" presStyleLbl="revTx" presStyleIdx="0" presStyleCnt="1">
        <dgm:presLayoutVars>
          <dgm:chMax val="0"/>
          <dgm:chPref val="0"/>
          <dgm:bulletEnabled val="1"/>
        </dgm:presLayoutVars>
      </dgm:prSet>
      <dgm:spPr/>
      <dgm:t>
        <a:bodyPr/>
        <a:lstStyle/>
        <a:p>
          <a:endParaRPr lang="en-US"/>
        </a:p>
      </dgm:t>
    </dgm:pt>
    <dgm:pt modelId="{AC3EDDC6-B458-4F6B-B99F-6784CFCEA4FB}" type="pres">
      <dgm:prSet presAssocID="{1C749285-47C2-4785-8883-583E199331AB}" presName="sibTrans" presStyleCnt="0"/>
      <dgm:spPr/>
    </dgm:pt>
    <dgm:pt modelId="{0F294F21-34A2-4C81-842B-9C2F2CC05EEC}" type="pres">
      <dgm:prSet presAssocID="{D0B77FBE-F1FA-4396-A753-291A182DB450}" presName="composite" presStyleCnt="0"/>
      <dgm:spPr/>
    </dgm:pt>
    <dgm:pt modelId="{B90E443F-C713-460B-BF7A-0B81BBC79480}" type="pres">
      <dgm:prSet presAssocID="{D0B77FBE-F1FA-4396-A753-291A182DB450}" presName="ParentText" presStyleLbl="node1" presStyleIdx="1" presStyleCnt="2">
        <dgm:presLayoutVars>
          <dgm:chMax val="1"/>
          <dgm:chPref val="1"/>
          <dgm:bulletEnabled val="1"/>
        </dgm:presLayoutVars>
      </dgm:prSet>
      <dgm:spPr/>
      <dgm:t>
        <a:bodyPr/>
        <a:lstStyle/>
        <a:p>
          <a:endParaRPr lang="en-US"/>
        </a:p>
      </dgm:t>
    </dgm:pt>
  </dgm:ptLst>
  <dgm:cxnLst>
    <dgm:cxn modelId="{64531FD7-AEAB-4AB2-85AF-EB3BA2CCC15C}" type="presOf" srcId="{D0B77FBE-F1FA-4396-A753-291A182DB450}" destId="{B90E443F-C713-460B-BF7A-0B81BBC79480}" srcOrd="0" destOrd="0" presId="urn:microsoft.com/office/officeart/2005/8/layout/StepDownProcess"/>
    <dgm:cxn modelId="{05A888E4-75CA-4DCD-BC96-A0841B80B648}" type="presOf" srcId="{FA171DBC-14A4-402B-8CEC-7B89152DC07E}" destId="{75929D3D-0100-4634-95BC-D2BA9A9B5DCD}" srcOrd="0" destOrd="0" presId="urn:microsoft.com/office/officeart/2005/8/layout/StepDownProcess"/>
    <dgm:cxn modelId="{B34D1FD2-36AA-4051-A9DD-6F73D0271ACB}" srcId="{FA171DBC-14A4-402B-8CEC-7B89152DC07E}" destId="{D0B77FBE-F1FA-4396-A753-291A182DB450}" srcOrd="1" destOrd="0" parTransId="{4F800562-ED4D-4976-8C7B-ED7ABD638DFE}" sibTransId="{2AEB277D-1830-488E-917E-D4158D2AF770}"/>
    <dgm:cxn modelId="{6EAD1C2D-FFF0-439B-AB68-B78946783586}" srcId="{FA171DBC-14A4-402B-8CEC-7B89152DC07E}" destId="{06629E9D-8713-456C-AF45-57DEB52C6E97}" srcOrd="0" destOrd="0" parTransId="{DF15B69F-E393-42C6-83C9-010D3D96136C}" sibTransId="{1C749285-47C2-4785-8883-583E199331AB}"/>
    <dgm:cxn modelId="{A3CA3014-167E-49DF-8072-F3112FCD71E8}" type="presOf" srcId="{06629E9D-8713-456C-AF45-57DEB52C6E97}" destId="{C077DBD6-ACCC-4E65-944B-7D895E2CB750}" srcOrd="0" destOrd="0" presId="urn:microsoft.com/office/officeart/2005/8/layout/StepDownProcess"/>
    <dgm:cxn modelId="{7249D218-3FDC-42E8-B01B-B1FCE242B114}" type="presParOf" srcId="{75929D3D-0100-4634-95BC-D2BA9A9B5DCD}" destId="{5168A981-A512-42FA-B28C-56E8ACB8AB4A}" srcOrd="0" destOrd="0" presId="urn:microsoft.com/office/officeart/2005/8/layout/StepDownProcess"/>
    <dgm:cxn modelId="{35565315-6B39-4E08-AD35-CF6CB1208055}" type="presParOf" srcId="{5168A981-A512-42FA-B28C-56E8ACB8AB4A}" destId="{24D0FFFB-53A8-476A-8326-01ABAB1DAAC9}" srcOrd="0" destOrd="0" presId="urn:microsoft.com/office/officeart/2005/8/layout/StepDownProcess"/>
    <dgm:cxn modelId="{F497F6CB-0C06-4871-BFC0-3BB812585DA0}" type="presParOf" srcId="{5168A981-A512-42FA-B28C-56E8ACB8AB4A}" destId="{C077DBD6-ACCC-4E65-944B-7D895E2CB750}" srcOrd="1" destOrd="0" presId="urn:microsoft.com/office/officeart/2005/8/layout/StepDownProcess"/>
    <dgm:cxn modelId="{0A1E568F-1BB2-4EE4-B5B5-429E6C8BB890}" type="presParOf" srcId="{5168A981-A512-42FA-B28C-56E8ACB8AB4A}" destId="{03475E23-2B4B-4C50-8F50-65FBA19217DB}" srcOrd="2" destOrd="0" presId="urn:microsoft.com/office/officeart/2005/8/layout/StepDownProcess"/>
    <dgm:cxn modelId="{DEC9D454-C1C6-438E-BB1C-5D4E1DE1B35A}" type="presParOf" srcId="{75929D3D-0100-4634-95BC-D2BA9A9B5DCD}" destId="{AC3EDDC6-B458-4F6B-B99F-6784CFCEA4FB}" srcOrd="1" destOrd="0" presId="urn:microsoft.com/office/officeart/2005/8/layout/StepDownProcess"/>
    <dgm:cxn modelId="{B80181BD-A33D-4925-9166-81B79AC85656}" type="presParOf" srcId="{75929D3D-0100-4634-95BC-D2BA9A9B5DCD}" destId="{0F294F21-34A2-4C81-842B-9C2F2CC05EEC}" srcOrd="2" destOrd="0" presId="urn:microsoft.com/office/officeart/2005/8/layout/StepDownProcess"/>
    <dgm:cxn modelId="{D854E465-F81B-44D3-B29D-C2EB28897145}" type="presParOf" srcId="{0F294F21-34A2-4C81-842B-9C2F2CC05EEC}" destId="{B90E443F-C713-460B-BF7A-0B81BBC79480}" srcOrd="0"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171DBC-14A4-402B-8CEC-7B89152DC07E}" type="doc">
      <dgm:prSet loTypeId="urn:microsoft.com/office/officeart/2005/8/layout/StepDownProcess" loCatId="process" qsTypeId="urn:microsoft.com/office/officeart/2005/8/quickstyle/3d3" qsCatId="3D" csTypeId="urn:microsoft.com/office/officeart/2005/8/colors/colorful5" csCatId="colorful" phldr="1"/>
      <dgm:spPr/>
      <dgm:t>
        <a:bodyPr/>
        <a:lstStyle/>
        <a:p>
          <a:endParaRPr lang="en-US"/>
        </a:p>
      </dgm:t>
    </dgm:pt>
    <dgm:pt modelId="{06629E9D-8713-456C-AF45-57DEB52C6E97}">
      <dgm:prSet phldrT="[Text]" custT="1"/>
      <dgm:spPr/>
      <dgm:t>
        <a:bodyPr/>
        <a:lstStyle/>
        <a:p>
          <a:r>
            <a:rPr lang="en-US" sz="2400" smtClean="0">
              <a:latin typeface="Arial" panose="020B0604020202020204" pitchFamily="34" charset="0"/>
              <a:cs typeface="Arial" panose="020B0604020202020204" pitchFamily="34" charset="0"/>
            </a:rPr>
            <a:t>More than 40 words</a:t>
          </a:r>
          <a:endParaRPr lang="en-US" sz="2400" dirty="0">
            <a:latin typeface="Arial" panose="020B0604020202020204" pitchFamily="34" charset="0"/>
            <a:cs typeface="Arial" panose="020B0604020202020204" pitchFamily="34" charset="0"/>
          </a:endParaRPr>
        </a:p>
      </dgm:t>
    </dgm:pt>
    <dgm:pt modelId="{DF15B69F-E393-42C6-83C9-010D3D96136C}" cxnId="{6EAD1C2D-FFF0-439B-AB68-B78946783586}" type="parTrans">
      <dgm:prSet/>
      <dgm:spPr/>
      <dgm:t>
        <a:bodyPr/>
        <a:lstStyle/>
        <a:p>
          <a:endParaRPr lang="en-US" sz="2400">
            <a:latin typeface="Arial" panose="020B0604020202020204" pitchFamily="34" charset="0"/>
            <a:cs typeface="Arial" panose="020B0604020202020204" pitchFamily="34" charset="0"/>
          </a:endParaRPr>
        </a:p>
      </dgm:t>
    </dgm:pt>
    <dgm:pt modelId="{1C749285-47C2-4785-8883-583E199331AB}" cxnId="{6EAD1C2D-FFF0-439B-AB68-B78946783586}" type="sibTrans">
      <dgm:prSet/>
      <dgm:spPr/>
      <dgm:t>
        <a:bodyPr/>
        <a:lstStyle/>
        <a:p>
          <a:endParaRPr lang="en-US" sz="2400">
            <a:latin typeface="Arial" panose="020B0604020202020204" pitchFamily="34" charset="0"/>
            <a:cs typeface="Arial" panose="020B0604020202020204" pitchFamily="34" charset="0"/>
          </a:endParaRPr>
        </a:p>
      </dgm:t>
    </dgm:pt>
    <dgm:pt modelId="{D0B77FBE-F1FA-4396-A753-291A182DB450}">
      <dgm:prSet phldrT="[Text]" custT="1"/>
      <dgm:spPr/>
      <dgm:t>
        <a:bodyPr/>
        <a:lstStyle/>
        <a:p>
          <a:r>
            <a:rPr lang="en-US" sz="2400" dirty="0" smtClean="0">
              <a:latin typeface="Arial" panose="020B0604020202020204" pitchFamily="34" charset="0"/>
              <a:cs typeface="Arial" panose="020B0604020202020204" pitchFamily="34" charset="0"/>
            </a:rPr>
            <a:t>Use a separate “block quotation”</a:t>
          </a:r>
          <a:endParaRPr lang="en-US" sz="2400" dirty="0">
            <a:latin typeface="Arial" panose="020B0604020202020204" pitchFamily="34" charset="0"/>
            <a:cs typeface="Arial" panose="020B0604020202020204" pitchFamily="34" charset="0"/>
          </a:endParaRPr>
        </a:p>
      </dgm:t>
    </dgm:pt>
    <dgm:pt modelId="{4F800562-ED4D-4976-8C7B-ED7ABD638DFE}" cxnId="{B34D1FD2-36AA-4051-A9DD-6F73D0271ACB}" type="parTrans">
      <dgm:prSet/>
      <dgm:spPr/>
      <dgm:t>
        <a:bodyPr/>
        <a:lstStyle/>
        <a:p>
          <a:endParaRPr lang="en-US" sz="2400">
            <a:latin typeface="Arial" panose="020B0604020202020204" pitchFamily="34" charset="0"/>
            <a:cs typeface="Arial" panose="020B0604020202020204" pitchFamily="34" charset="0"/>
          </a:endParaRPr>
        </a:p>
      </dgm:t>
    </dgm:pt>
    <dgm:pt modelId="{2AEB277D-1830-488E-917E-D4158D2AF770}" cxnId="{B34D1FD2-36AA-4051-A9DD-6F73D0271ACB}" type="sibTrans">
      <dgm:prSet/>
      <dgm:spPr/>
      <dgm:t>
        <a:bodyPr/>
        <a:lstStyle/>
        <a:p>
          <a:endParaRPr lang="en-US" sz="2400">
            <a:latin typeface="Arial" panose="020B0604020202020204" pitchFamily="34" charset="0"/>
            <a:cs typeface="Arial" panose="020B0604020202020204" pitchFamily="34" charset="0"/>
          </a:endParaRPr>
        </a:p>
      </dgm:t>
    </dgm:pt>
    <dgm:pt modelId="{75929D3D-0100-4634-95BC-D2BA9A9B5DCD}" type="pres">
      <dgm:prSet presAssocID="{FA171DBC-14A4-402B-8CEC-7B89152DC07E}" presName="rootnode" presStyleCnt="0">
        <dgm:presLayoutVars>
          <dgm:chMax/>
          <dgm:chPref/>
          <dgm:dir/>
          <dgm:animLvl val="lvl"/>
        </dgm:presLayoutVars>
      </dgm:prSet>
      <dgm:spPr/>
      <dgm:t>
        <a:bodyPr/>
        <a:lstStyle/>
        <a:p>
          <a:endParaRPr lang="en-US"/>
        </a:p>
      </dgm:t>
    </dgm:pt>
    <dgm:pt modelId="{5168A981-A512-42FA-B28C-56E8ACB8AB4A}" type="pres">
      <dgm:prSet presAssocID="{06629E9D-8713-456C-AF45-57DEB52C6E97}" presName="composite" presStyleCnt="0"/>
      <dgm:spPr/>
    </dgm:pt>
    <dgm:pt modelId="{24D0FFFB-53A8-476A-8326-01ABAB1DAAC9}" type="pres">
      <dgm:prSet presAssocID="{06629E9D-8713-456C-AF45-57DEB52C6E97}" presName="bentUpArrow1" presStyleLbl="alignImgPlace1" presStyleIdx="0" presStyleCnt="1"/>
      <dgm:spPr/>
    </dgm:pt>
    <dgm:pt modelId="{C077DBD6-ACCC-4E65-944B-7D895E2CB750}" type="pres">
      <dgm:prSet presAssocID="{06629E9D-8713-456C-AF45-57DEB52C6E97}" presName="ParentText" presStyleLbl="node1" presStyleIdx="0" presStyleCnt="2">
        <dgm:presLayoutVars>
          <dgm:chMax val="1"/>
          <dgm:chPref val="1"/>
          <dgm:bulletEnabled val="1"/>
        </dgm:presLayoutVars>
      </dgm:prSet>
      <dgm:spPr/>
      <dgm:t>
        <a:bodyPr/>
        <a:lstStyle/>
        <a:p>
          <a:endParaRPr lang="en-US"/>
        </a:p>
      </dgm:t>
    </dgm:pt>
    <dgm:pt modelId="{03475E23-2B4B-4C50-8F50-65FBA19217DB}" type="pres">
      <dgm:prSet presAssocID="{06629E9D-8713-456C-AF45-57DEB52C6E97}" presName="ChildText" presStyleLbl="revTx" presStyleIdx="0" presStyleCnt="1">
        <dgm:presLayoutVars>
          <dgm:chMax val="0"/>
          <dgm:chPref val="0"/>
          <dgm:bulletEnabled val="1"/>
        </dgm:presLayoutVars>
      </dgm:prSet>
      <dgm:spPr/>
      <dgm:t>
        <a:bodyPr/>
        <a:lstStyle/>
        <a:p>
          <a:endParaRPr lang="en-US"/>
        </a:p>
      </dgm:t>
    </dgm:pt>
    <dgm:pt modelId="{AC3EDDC6-B458-4F6B-B99F-6784CFCEA4FB}" type="pres">
      <dgm:prSet presAssocID="{1C749285-47C2-4785-8883-583E199331AB}" presName="sibTrans" presStyleCnt="0"/>
      <dgm:spPr/>
    </dgm:pt>
    <dgm:pt modelId="{0F294F21-34A2-4C81-842B-9C2F2CC05EEC}" type="pres">
      <dgm:prSet presAssocID="{D0B77FBE-F1FA-4396-A753-291A182DB450}" presName="composite" presStyleCnt="0"/>
      <dgm:spPr/>
    </dgm:pt>
    <dgm:pt modelId="{B90E443F-C713-460B-BF7A-0B81BBC79480}" type="pres">
      <dgm:prSet presAssocID="{D0B77FBE-F1FA-4396-A753-291A182DB450}" presName="ParentText" presStyleLbl="node1" presStyleIdx="1" presStyleCnt="2">
        <dgm:presLayoutVars>
          <dgm:chMax val="1"/>
          <dgm:chPref val="1"/>
          <dgm:bulletEnabled val="1"/>
        </dgm:presLayoutVars>
      </dgm:prSet>
      <dgm:spPr/>
      <dgm:t>
        <a:bodyPr/>
        <a:lstStyle/>
        <a:p>
          <a:endParaRPr lang="en-US"/>
        </a:p>
      </dgm:t>
    </dgm:pt>
  </dgm:ptLst>
  <dgm:cxnLst>
    <dgm:cxn modelId="{64531FD7-AEAB-4AB2-85AF-EB3BA2CCC15C}" type="presOf" srcId="{D0B77FBE-F1FA-4396-A753-291A182DB450}" destId="{B90E443F-C713-460B-BF7A-0B81BBC79480}" srcOrd="0" destOrd="0" presId="urn:microsoft.com/office/officeart/2005/8/layout/StepDownProcess"/>
    <dgm:cxn modelId="{05A888E4-75CA-4DCD-BC96-A0841B80B648}" type="presOf" srcId="{FA171DBC-14A4-402B-8CEC-7B89152DC07E}" destId="{75929D3D-0100-4634-95BC-D2BA9A9B5DCD}" srcOrd="0" destOrd="0" presId="urn:microsoft.com/office/officeart/2005/8/layout/StepDownProcess"/>
    <dgm:cxn modelId="{B34D1FD2-36AA-4051-A9DD-6F73D0271ACB}" srcId="{FA171DBC-14A4-402B-8CEC-7B89152DC07E}" destId="{D0B77FBE-F1FA-4396-A753-291A182DB450}" srcOrd="1" destOrd="0" parTransId="{4F800562-ED4D-4976-8C7B-ED7ABD638DFE}" sibTransId="{2AEB277D-1830-488E-917E-D4158D2AF770}"/>
    <dgm:cxn modelId="{6EAD1C2D-FFF0-439B-AB68-B78946783586}" srcId="{FA171DBC-14A4-402B-8CEC-7B89152DC07E}" destId="{06629E9D-8713-456C-AF45-57DEB52C6E97}" srcOrd="0" destOrd="0" parTransId="{DF15B69F-E393-42C6-83C9-010D3D96136C}" sibTransId="{1C749285-47C2-4785-8883-583E199331AB}"/>
    <dgm:cxn modelId="{A3CA3014-167E-49DF-8072-F3112FCD71E8}" type="presOf" srcId="{06629E9D-8713-456C-AF45-57DEB52C6E97}" destId="{C077DBD6-ACCC-4E65-944B-7D895E2CB750}" srcOrd="0" destOrd="0" presId="urn:microsoft.com/office/officeart/2005/8/layout/StepDownProcess"/>
    <dgm:cxn modelId="{7249D218-3FDC-42E8-B01B-B1FCE242B114}" type="presParOf" srcId="{75929D3D-0100-4634-95BC-D2BA9A9B5DCD}" destId="{5168A981-A512-42FA-B28C-56E8ACB8AB4A}" srcOrd="0" destOrd="0" presId="urn:microsoft.com/office/officeart/2005/8/layout/StepDownProcess"/>
    <dgm:cxn modelId="{35565315-6B39-4E08-AD35-CF6CB1208055}" type="presParOf" srcId="{5168A981-A512-42FA-B28C-56E8ACB8AB4A}" destId="{24D0FFFB-53A8-476A-8326-01ABAB1DAAC9}" srcOrd="0" destOrd="0" presId="urn:microsoft.com/office/officeart/2005/8/layout/StepDownProcess"/>
    <dgm:cxn modelId="{F497F6CB-0C06-4871-BFC0-3BB812585DA0}" type="presParOf" srcId="{5168A981-A512-42FA-B28C-56E8ACB8AB4A}" destId="{C077DBD6-ACCC-4E65-944B-7D895E2CB750}" srcOrd="1" destOrd="0" presId="urn:microsoft.com/office/officeart/2005/8/layout/StepDownProcess"/>
    <dgm:cxn modelId="{0A1E568F-1BB2-4EE4-B5B5-429E6C8BB890}" type="presParOf" srcId="{5168A981-A512-42FA-B28C-56E8ACB8AB4A}" destId="{03475E23-2B4B-4C50-8F50-65FBA19217DB}" srcOrd="2" destOrd="0" presId="urn:microsoft.com/office/officeart/2005/8/layout/StepDownProcess"/>
    <dgm:cxn modelId="{DEC9D454-C1C6-438E-BB1C-5D4E1DE1B35A}" type="presParOf" srcId="{75929D3D-0100-4634-95BC-D2BA9A9B5DCD}" destId="{AC3EDDC6-B458-4F6B-B99F-6784CFCEA4FB}" srcOrd="1" destOrd="0" presId="urn:microsoft.com/office/officeart/2005/8/layout/StepDownProcess"/>
    <dgm:cxn modelId="{B80181BD-A33D-4925-9166-81B79AC85656}" type="presParOf" srcId="{75929D3D-0100-4634-95BC-D2BA9A9B5DCD}" destId="{0F294F21-34A2-4C81-842B-9C2F2CC05EEC}" srcOrd="2" destOrd="0" presId="urn:microsoft.com/office/officeart/2005/8/layout/StepDownProcess"/>
    <dgm:cxn modelId="{D854E465-F81B-44D3-B29D-C2EB28897145}" type="presParOf" srcId="{0F294F21-34A2-4C81-842B-9C2F2CC05EEC}" destId="{B90E443F-C713-460B-BF7A-0B81BBC79480}" srcOrd="0" destOrd="0" presId="urn:microsoft.com/office/officeart/2005/8/layout/StepDownProcess"/>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426EB56-96C9-4696-AE1A-44781EA3714F}" type="doc">
      <dgm:prSet loTypeId="urn:microsoft.com/office/officeart/2005/8/layout/default" loCatId="list" qsTypeId="urn:microsoft.com/office/officeart/2005/8/quickstyle/3d3" qsCatId="3D" csTypeId="urn:microsoft.com/office/officeart/2005/8/colors/colorful3" csCatId="colorful" phldr="1"/>
      <dgm:spPr/>
      <dgm:t>
        <a:bodyPr/>
        <a:lstStyle/>
        <a:p>
          <a:endParaRPr lang="en-US"/>
        </a:p>
      </dgm:t>
    </dgm:pt>
    <dgm:pt modelId="{C476A7A0-E6E6-4597-919F-0ADA0727DC44}">
      <dgm:prSet phldrT="[Text]" custT="1"/>
      <dgm:spPr/>
      <dgm:t>
        <a:bodyPr/>
        <a:lstStyle/>
        <a:p>
          <a:r>
            <a:rPr lang="en-US" sz="2400" smtClean="0">
              <a:solidFill>
                <a:schemeClr val="tx1"/>
              </a:solidFill>
            </a:rPr>
            <a:t>State</a:t>
          </a:r>
          <a:endParaRPr lang="en-US" sz="2400" dirty="0">
            <a:solidFill>
              <a:schemeClr val="tx1"/>
            </a:solidFill>
          </a:endParaRPr>
        </a:p>
      </dgm:t>
    </dgm:pt>
    <dgm:pt modelId="{455C43D3-7FE3-4784-AF9D-F0C96AD8970F}" cxnId="{C2FD6611-0FDD-48D4-9903-9F8B525CA896}" type="parTrans">
      <dgm:prSet/>
      <dgm:spPr/>
      <dgm:t>
        <a:bodyPr/>
        <a:lstStyle/>
        <a:p>
          <a:endParaRPr lang="en-US" sz="2000">
            <a:solidFill>
              <a:schemeClr val="tx1"/>
            </a:solidFill>
          </a:endParaRPr>
        </a:p>
      </dgm:t>
    </dgm:pt>
    <dgm:pt modelId="{EFF962EA-5816-4EEE-B5F0-F5F68985007E}" cxnId="{C2FD6611-0FDD-48D4-9903-9F8B525CA896}" type="sibTrans">
      <dgm:prSet/>
      <dgm:spPr/>
      <dgm:t>
        <a:bodyPr/>
        <a:lstStyle/>
        <a:p>
          <a:endParaRPr lang="en-US" sz="2000">
            <a:solidFill>
              <a:schemeClr val="tx1"/>
            </a:solidFill>
          </a:endParaRPr>
        </a:p>
      </dgm:t>
    </dgm:pt>
    <dgm:pt modelId="{BA3FF2BE-ADBB-4F5F-B97C-DC5E70744E80}">
      <dgm:prSet phldrT="[Text]" custT="1"/>
      <dgm:spPr/>
      <dgm:t>
        <a:bodyPr/>
        <a:lstStyle/>
        <a:p>
          <a:r>
            <a:rPr lang="en-US" sz="2400" smtClean="0">
              <a:solidFill>
                <a:schemeClr val="tx1"/>
              </a:solidFill>
            </a:rPr>
            <a:t>Suggest</a:t>
          </a:r>
          <a:endParaRPr lang="en-US" sz="2400" dirty="0">
            <a:solidFill>
              <a:schemeClr val="tx1"/>
            </a:solidFill>
          </a:endParaRPr>
        </a:p>
      </dgm:t>
    </dgm:pt>
    <dgm:pt modelId="{F828F8D0-0CFE-418E-946D-AFB61BE6DF85}" cxnId="{D4758DA0-2BB1-4B5F-BFBF-EF5D4B7D811F}" type="parTrans">
      <dgm:prSet/>
      <dgm:spPr/>
      <dgm:t>
        <a:bodyPr/>
        <a:lstStyle/>
        <a:p>
          <a:endParaRPr lang="en-US" sz="2000">
            <a:solidFill>
              <a:schemeClr val="tx1"/>
            </a:solidFill>
          </a:endParaRPr>
        </a:p>
      </dgm:t>
    </dgm:pt>
    <dgm:pt modelId="{492CB7FC-76CD-4307-BA06-9DC21F54B704}" cxnId="{D4758DA0-2BB1-4B5F-BFBF-EF5D4B7D811F}" type="sibTrans">
      <dgm:prSet/>
      <dgm:spPr/>
      <dgm:t>
        <a:bodyPr/>
        <a:lstStyle/>
        <a:p>
          <a:endParaRPr lang="en-US" sz="2000">
            <a:solidFill>
              <a:schemeClr val="tx1"/>
            </a:solidFill>
          </a:endParaRPr>
        </a:p>
      </dgm:t>
    </dgm:pt>
    <dgm:pt modelId="{86A2329D-2202-46E6-AA61-D8CFD8C00C64}">
      <dgm:prSet phldrT="[Text]" custT="1"/>
      <dgm:spPr/>
      <dgm:t>
        <a:bodyPr/>
        <a:lstStyle/>
        <a:p>
          <a:r>
            <a:rPr lang="en-US" sz="2400" smtClean="0">
              <a:solidFill>
                <a:schemeClr val="tx1"/>
              </a:solidFill>
            </a:rPr>
            <a:t>Claim</a:t>
          </a:r>
          <a:endParaRPr lang="en-US" sz="2400" dirty="0">
            <a:solidFill>
              <a:schemeClr val="tx1"/>
            </a:solidFill>
          </a:endParaRPr>
        </a:p>
      </dgm:t>
    </dgm:pt>
    <dgm:pt modelId="{2BA4074F-B117-4784-9FDC-0EE5737BC9A5}" cxnId="{D3583A4C-81B2-438E-ABCD-87C7BF5955A7}" type="parTrans">
      <dgm:prSet/>
      <dgm:spPr/>
      <dgm:t>
        <a:bodyPr/>
        <a:lstStyle/>
        <a:p>
          <a:endParaRPr lang="en-US" sz="2000">
            <a:solidFill>
              <a:schemeClr val="tx1"/>
            </a:solidFill>
          </a:endParaRPr>
        </a:p>
      </dgm:t>
    </dgm:pt>
    <dgm:pt modelId="{B25D844F-9FEC-46BE-BDE3-7F6F848BBE62}" cxnId="{D3583A4C-81B2-438E-ABCD-87C7BF5955A7}" type="sibTrans">
      <dgm:prSet/>
      <dgm:spPr/>
      <dgm:t>
        <a:bodyPr/>
        <a:lstStyle/>
        <a:p>
          <a:endParaRPr lang="en-US" sz="2000">
            <a:solidFill>
              <a:schemeClr val="tx1"/>
            </a:solidFill>
          </a:endParaRPr>
        </a:p>
      </dgm:t>
    </dgm:pt>
    <dgm:pt modelId="{AB904057-EC6C-4DD9-A08D-EA8723295375}">
      <dgm:prSet phldrT="[Text]" custT="1"/>
      <dgm:spPr/>
      <dgm:t>
        <a:bodyPr/>
        <a:lstStyle/>
        <a:p>
          <a:r>
            <a:rPr lang="en-US" sz="2400" smtClean="0">
              <a:solidFill>
                <a:schemeClr val="tx1"/>
              </a:solidFill>
            </a:rPr>
            <a:t>Recommend</a:t>
          </a:r>
          <a:endParaRPr lang="en-US" sz="2400" dirty="0">
            <a:solidFill>
              <a:schemeClr val="tx1"/>
            </a:solidFill>
          </a:endParaRPr>
        </a:p>
      </dgm:t>
    </dgm:pt>
    <dgm:pt modelId="{D03456E2-BEF8-4077-8432-FF5B2DE19FCC}" cxnId="{12B03EF4-5D4F-46A5-B902-01C228641DD8}" type="parTrans">
      <dgm:prSet/>
      <dgm:spPr/>
      <dgm:t>
        <a:bodyPr/>
        <a:lstStyle/>
        <a:p>
          <a:endParaRPr lang="en-US" sz="2000">
            <a:solidFill>
              <a:schemeClr val="tx1"/>
            </a:solidFill>
          </a:endParaRPr>
        </a:p>
      </dgm:t>
    </dgm:pt>
    <dgm:pt modelId="{AF11DBC4-DB31-4BC8-BB72-E1F1E4651609}" cxnId="{12B03EF4-5D4F-46A5-B902-01C228641DD8}" type="sibTrans">
      <dgm:prSet/>
      <dgm:spPr/>
      <dgm:t>
        <a:bodyPr/>
        <a:lstStyle/>
        <a:p>
          <a:endParaRPr lang="en-US" sz="2000">
            <a:solidFill>
              <a:schemeClr val="tx1"/>
            </a:solidFill>
          </a:endParaRPr>
        </a:p>
      </dgm:t>
    </dgm:pt>
    <dgm:pt modelId="{FB1A2D5C-EA51-41DF-97F0-7BCCEB289235}">
      <dgm:prSet phldrT="[Text]" custT="1"/>
      <dgm:spPr/>
      <dgm:t>
        <a:bodyPr/>
        <a:lstStyle/>
        <a:p>
          <a:r>
            <a:rPr lang="en-US" sz="2400" smtClean="0">
              <a:solidFill>
                <a:schemeClr val="tx1"/>
              </a:solidFill>
            </a:rPr>
            <a:t>Conclude</a:t>
          </a:r>
          <a:endParaRPr lang="en-US" sz="2400" dirty="0">
            <a:solidFill>
              <a:schemeClr val="tx1"/>
            </a:solidFill>
          </a:endParaRPr>
        </a:p>
      </dgm:t>
    </dgm:pt>
    <dgm:pt modelId="{AD797B37-2385-4961-A8D8-DE081DE0A472}" cxnId="{AF2F9158-F4F2-43AC-910B-03AE734457C9}" type="parTrans">
      <dgm:prSet/>
      <dgm:spPr/>
      <dgm:t>
        <a:bodyPr/>
        <a:lstStyle/>
        <a:p>
          <a:endParaRPr lang="en-US" sz="2000">
            <a:solidFill>
              <a:schemeClr val="tx1"/>
            </a:solidFill>
          </a:endParaRPr>
        </a:p>
      </dgm:t>
    </dgm:pt>
    <dgm:pt modelId="{8EBFB121-5B3A-48BA-8DAE-E3631EBCA282}" cxnId="{AF2F9158-F4F2-43AC-910B-03AE734457C9}" type="sibTrans">
      <dgm:prSet/>
      <dgm:spPr/>
      <dgm:t>
        <a:bodyPr/>
        <a:lstStyle/>
        <a:p>
          <a:endParaRPr lang="en-US" sz="2000">
            <a:solidFill>
              <a:schemeClr val="tx1"/>
            </a:solidFill>
          </a:endParaRPr>
        </a:p>
      </dgm:t>
    </dgm:pt>
    <dgm:pt modelId="{FFF18CB9-3AB0-4D6E-AD14-42DA9C425BAF}">
      <dgm:prSet phldrT="[Text]" custT="1"/>
      <dgm:spPr/>
      <dgm:t>
        <a:bodyPr/>
        <a:lstStyle/>
        <a:p>
          <a:r>
            <a:rPr lang="en-US" sz="2400" smtClean="0">
              <a:solidFill>
                <a:schemeClr val="tx1"/>
              </a:solidFill>
            </a:rPr>
            <a:t>Find</a:t>
          </a:r>
          <a:endParaRPr lang="en-US" sz="2400" dirty="0">
            <a:solidFill>
              <a:schemeClr val="tx1"/>
            </a:solidFill>
          </a:endParaRPr>
        </a:p>
      </dgm:t>
    </dgm:pt>
    <dgm:pt modelId="{7141B43B-506D-45E3-A144-C080E2644826}" cxnId="{5C7B15AD-C4F0-4142-94DC-9A26CC2C6BF4}" type="parTrans">
      <dgm:prSet/>
      <dgm:spPr/>
      <dgm:t>
        <a:bodyPr/>
        <a:lstStyle/>
        <a:p>
          <a:endParaRPr lang="en-US" sz="2000">
            <a:solidFill>
              <a:schemeClr val="tx1"/>
            </a:solidFill>
          </a:endParaRPr>
        </a:p>
      </dgm:t>
    </dgm:pt>
    <dgm:pt modelId="{6F529C00-AA30-47F1-96F1-057F6905FACE}" cxnId="{5C7B15AD-C4F0-4142-94DC-9A26CC2C6BF4}" type="sibTrans">
      <dgm:prSet/>
      <dgm:spPr/>
      <dgm:t>
        <a:bodyPr/>
        <a:lstStyle/>
        <a:p>
          <a:endParaRPr lang="en-US" sz="2000">
            <a:solidFill>
              <a:schemeClr val="tx1"/>
            </a:solidFill>
          </a:endParaRPr>
        </a:p>
      </dgm:t>
    </dgm:pt>
    <dgm:pt modelId="{7B41808A-AB4C-4699-80C6-F3B946F01C76}">
      <dgm:prSet phldrT="[Text]" custT="1"/>
      <dgm:spPr/>
      <dgm:t>
        <a:bodyPr/>
        <a:lstStyle/>
        <a:p>
          <a:r>
            <a:rPr lang="en-US" sz="2400" smtClean="0">
              <a:solidFill>
                <a:schemeClr val="tx1"/>
              </a:solidFill>
            </a:rPr>
            <a:t>List</a:t>
          </a:r>
          <a:endParaRPr lang="en-US" sz="2400" dirty="0">
            <a:solidFill>
              <a:schemeClr val="tx1"/>
            </a:solidFill>
          </a:endParaRPr>
        </a:p>
      </dgm:t>
    </dgm:pt>
    <dgm:pt modelId="{46B653AA-50B8-4F46-AB90-E7F7ED0E08AE}" cxnId="{747AABCD-2E22-4552-8579-1E654C91CA5D}" type="parTrans">
      <dgm:prSet/>
      <dgm:spPr/>
      <dgm:t>
        <a:bodyPr/>
        <a:lstStyle/>
        <a:p>
          <a:endParaRPr lang="en-US" sz="2000">
            <a:solidFill>
              <a:schemeClr val="tx1"/>
            </a:solidFill>
          </a:endParaRPr>
        </a:p>
      </dgm:t>
    </dgm:pt>
    <dgm:pt modelId="{1955D703-2C7E-478C-8658-4559DBDE9014}" cxnId="{747AABCD-2E22-4552-8579-1E654C91CA5D}" type="sibTrans">
      <dgm:prSet/>
      <dgm:spPr/>
      <dgm:t>
        <a:bodyPr/>
        <a:lstStyle/>
        <a:p>
          <a:endParaRPr lang="en-US" sz="2000">
            <a:solidFill>
              <a:schemeClr val="tx1"/>
            </a:solidFill>
          </a:endParaRPr>
        </a:p>
      </dgm:t>
    </dgm:pt>
    <dgm:pt modelId="{60913AEF-0046-4FFA-A6D8-75DA8458CD60}">
      <dgm:prSet phldrT="[Text]" custT="1"/>
      <dgm:spPr/>
      <dgm:t>
        <a:bodyPr/>
        <a:lstStyle/>
        <a:p>
          <a:r>
            <a:rPr lang="en-US" sz="2400" smtClean="0">
              <a:solidFill>
                <a:schemeClr val="tx1"/>
              </a:solidFill>
            </a:rPr>
            <a:t>Analyze</a:t>
          </a:r>
          <a:endParaRPr lang="en-US" sz="2400" dirty="0">
            <a:solidFill>
              <a:schemeClr val="tx1"/>
            </a:solidFill>
          </a:endParaRPr>
        </a:p>
      </dgm:t>
    </dgm:pt>
    <dgm:pt modelId="{521B653E-B807-46F4-A693-CA02204135DA}" cxnId="{065A4388-EEBB-4F60-AF25-8A027C32126C}" type="parTrans">
      <dgm:prSet/>
      <dgm:spPr/>
      <dgm:t>
        <a:bodyPr/>
        <a:lstStyle/>
        <a:p>
          <a:endParaRPr lang="en-US" sz="2000">
            <a:solidFill>
              <a:schemeClr val="tx1"/>
            </a:solidFill>
          </a:endParaRPr>
        </a:p>
      </dgm:t>
    </dgm:pt>
    <dgm:pt modelId="{6B835437-B68A-45F4-B3B8-93C5187F40C4}" cxnId="{065A4388-EEBB-4F60-AF25-8A027C32126C}" type="sibTrans">
      <dgm:prSet/>
      <dgm:spPr/>
      <dgm:t>
        <a:bodyPr/>
        <a:lstStyle/>
        <a:p>
          <a:endParaRPr lang="en-US" sz="2000">
            <a:solidFill>
              <a:schemeClr val="tx1"/>
            </a:solidFill>
          </a:endParaRPr>
        </a:p>
      </dgm:t>
    </dgm:pt>
    <dgm:pt modelId="{B57A55F0-5A7C-441E-9BFB-ECC41F74322B}">
      <dgm:prSet phldrT="[Text]" custT="1"/>
      <dgm:spPr/>
      <dgm:t>
        <a:bodyPr/>
        <a:lstStyle/>
        <a:p>
          <a:r>
            <a:rPr lang="en-US" sz="2400" smtClean="0">
              <a:solidFill>
                <a:schemeClr val="tx1"/>
              </a:solidFill>
            </a:rPr>
            <a:t>Maintain</a:t>
          </a:r>
          <a:endParaRPr lang="en-US" sz="2400" dirty="0">
            <a:solidFill>
              <a:schemeClr val="tx1"/>
            </a:solidFill>
          </a:endParaRPr>
        </a:p>
      </dgm:t>
    </dgm:pt>
    <dgm:pt modelId="{72387EEA-56EA-4086-B62F-C47708ED0C76}" cxnId="{D51637FE-EA40-4FFE-923E-757F841F58E6}" type="parTrans">
      <dgm:prSet/>
      <dgm:spPr/>
      <dgm:t>
        <a:bodyPr/>
        <a:lstStyle/>
        <a:p>
          <a:endParaRPr lang="en-US" sz="2000">
            <a:solidFill>
              <a:schemeClr val="tx1"/>
            </a:solidFill>
          </a:endParaRPr>
        </a:p>
      </dgm:t>
    </dgm:pt>
    <dgm:pt modelId="{8DF0D6CA-A4A9-4F84-94EC-828FBFCDB2F3}" cxnId="{D51637FE-EA40-4FFE-923E-757F841F58E6}" type="sibTrans">
      <dgm:prSet/>
      <dgm:spPr/>
      <dgm:t>
        <a:bodyPr/>
        <a:lstStyle/>
        <a:p>
          <a:endParaRPr lang="en-US" sz="2000">
            <a:solidFill>
              <a:schemeClr val="tx1"/>
            </a:solidFill>
          </a:endParaRPr>
        </a:p>
      </dgm:t>
    </dgm:pt>
    <dgm:pt modelId="{8E6D57E0-C655-4EDE-ADA9-7018B8696D3C}">
      <dgm:prSet phldrT="[Text]" custT="1"/>
      <dgm:spPr/>
      <dgm:t>
        <a:bodyPr/>
        <a:lstStyle/>
        <a:p>
          <a:r>
            <a:rPr lang="en-US" sz="2400" smtClean="0">
              <a:solidFill>
                <a:schemeClr val="tx1"/>
              </a:solidFill>
            </a:rPr>
            <a:t>Review</a:t>
          </a:r>
          <a:endParaRPr lang="en-US" sz="2400" dirty="0">
            <a:solidFill>
              <a:schemeClr val="tx1"/>
            </a:solidFill>
          </a:endParaRPr>
        </a:p>
      </dgm:t>
    </dgm:pt>
    <dgm:pt modelId="{5EE3F67D-EA07-4213-B1D5-1048CEF8B1AD}" cxnId="{6F5804D2-4C57-48CD-977F-B21C3C0ED69C}" type="parTrans">
      <dgm:prSet/>
      <dgm:spPr/>
      <dgm:t>
        <a:bodyPr/>
        <a:lstStyle/>
        <a:p>
          <a:endParaRPr lang="en-US" sz="2000">
            <a:solidFill>
              <a:schemeClr val="tx1"/>
            </a:solidFill>
          </a:endParaRPr>
        </a:p>
      </dgm:t>
    </dgm:pt>
    <dgm:pt modelId="{BA5DCE74-6BEA-4DD4-ACA3-2C0FAA0C220E}" cxnId="{6F5804D2-4C57-48CD-977F-B21C3C0ED69C}" type="sibTrans">
      <dgm:prSet/>
      <dgm:spPr/>
      <dgm:t>
        <a:bodyPr/>
        <a:lstStyle/>
        <a:p>
          <a:endParaRPr lang="en-US" sz="2000">
            <a:solidFill>
              <a:schemeClr val="tx1"/>
            </a:solidFill>
          </a:endParaRPr>
        </a:p>
      </dgm:t>
    </dgm:pt>
    <dgm:pt modelId="{C794E398-528A-41C0-94EB-55A9EDADD980}">
      <dgm:prSet phldrT="[Text]" custT="1"/>
      <dgm:spPr/>
      <dgm:t>
        <a:bodyPr/>
        <a:lstStyle/>
        <a:p>
          <a:r>
            <a:rPr lang="en-US" sz="2400" smtClean="0">
              <a:solidFill>
                <a:schemeClr val="tx1"/>
              </a:solidFill>
            </a:rPr>
            <a:t>Discover</a:t>
          </a:r>
          <a:endParaRPr lang="en-US" sz="2400" dirty="0">
            <a:solidFill>
              <a:schemeClr val="tx1"/>
            </a:solidFill>
          </a:endParaRPr>
        </a:p>
      </dgm:t>
    </dgm:pt>
    <dgm:pt modelId="{F4F81559-7E60-4CE5-AE1E-7B9D3CE6ADAE}" cxnId="{7467B371-76AD-4153-8D6D-3A075835FEEF}" type="parTrans">
      <dgm:prSet/>
      <dgm:spPr/>
      <dgm:t>
        <a:bodyPr/>
        <a:lstStyle/>
        <a:p>
          <a:endParaRPr lang="en-US" sz="2000">
            <a:solidFill>
              <a:schemeClr val="tx1"/>
            </a:solidFill>
          </a:endParaRPr>
        </a:p>
      </dgm:t>
    </dgm:pt>
    <dgm:pt modelId="{87B00D51-68AB-42AF-8E84-B9D225DC0188}" cxnId="{7467B371-76AD-4153-8D6D-3A075835FEEF}" type="sibTrans">
      <dgm:prSet/>
      <dgm:spPr/>
      <dgm:t>
        <a:bodyPr/>
        <a:lstStyle/>
        <a:p>
          <a:endParaRPr lang="en-US" sz="2000">
            <a:solidFill>
              <a:schemeClr val="tx1"/>
            </a:solidFill>
          </a:endParaRPr>
        </a:p>
      </dgm:t>
    </dgm:pt>
    <dgm:pt modelId="{8282B2BF-022A-481D-AAE8-9E566C640DD3}">
      <dgm:prSet phldrT="[Text]" custT="1"/>
      <dgm:spPr/>
      <dgm:t>
        <a:bodyPr/>
        <a:lstStyle/>
        <a:p>
          <a:r>
            <a:rPr lang="en-US" sz="2400" smtClean="0">
              <a:solidFill>
                <a:schemeClr val="tx1"/>
              </a:solidFill>
            </a:rPr>
            <a:t>Reveal</a:t>
          </a:r>
          <a:endParaRPr lang="en-US" sz="2400" dirty="0">
            <a:solidFill>
              <a:schemeClr val="tx1"/>
            </a:solidFill>
          </a:endParaRPr>
        </a:p>
      </dgm:t>
    </dgm:pt>
    <dgm:pt modelId="{E61F491F-8289-44C6-81CE-B169238DC5B1}" cxnId="{62B315D5-AF9D-4B36-8915-ACB011B4E472}" type="parTrans">
      <dgm:prSet/>
      <dgm:spPr/>
      <dgm:t>
        <a:bodyPr/>
        <a:lstStyle/>
        <a:p>
          <a:endParaRPr lang="en-US" sz="2000">
            <a:solidFill>
              <a:schemeClr val="tx1"/>
            </a:solidFill>
          </a:endParaRPr>
        </a:p>
      </dgm:t>
    </dgm:pt>
    <dgm:pt modelId="{A783C72F-499E-42ED-89CC-AE8860DB215D}" cxnId="{62B315D5-AF9D-4B36-8915-ACB011B4E472}" type="sibTrans">
      <dgm:prSet/>
      <dgm:spPr/>
      <dgm:t>
        <a:bodyPr/>
        <a:lstStyle/>
        <a:p>
          <a:endParaRPr lang="en-US" sz="2000">
            <a:solidFill>
              <a:schemeClr val="tx1"/>
            </a:solidFill>
          </a:endParaRPr>
        </a:p>
      </dgm:t>
    </dgm:pt>
    <dgm:pt modelId="{64901138-AF72-4193-8683-174BB8B0F6A4}">
      <dgm:prSet phldrT="[Text]" custT="1"/>
      <dgm:spPr/>
      <dgm:t>
        <a:bodyPr/>
        <a:lstStyle/>
        <a:p>
          <a:r>
            <a:rPr lang="en-US" sz="2400" smtClean="0">
              <a:solidFill>
                <a:schemeClr val="tx1"/>
              </a:solidFill>
            </a:rPr>
            <a:t>Report</a:t>
          </a:r>
          <a:endParaRPr lang="en-US" sz="2400" dirty="0">
            <a:solidFill>
              <a:schemeClr val="tx1"/>
            </a:solidFill>
          </a:endParaRPr>
        </a:p>
      </dgm:t>
    </dgm:pt>
    <dgm:pt modelId="{108052A3-7AB0-40EF-8103-F76D258D018A}" cxnId="{E2001F69-CCCC-4E16-8ABB-AE75533A058C}" type="parTrans">
      <dgm:prSet/>
      <dgm:spPr/>
      <dgm:t>
        <a:bodyPr/>
        <a:lstStyle/>
        <a:p>
          <a:endParaRPr lang="en-US" sz="2000">
            <a:solidFill>
              <a:schemeClr val="tx1"/>
            </a:solidFill>
          </a:endParaRPr>
        </a:p>
      </dgm:t>
    </dgm:pt>
    <dgm:pt modelId="{1E69D506-F8D1-4F53-8BEC-6EB377378DE1}" cxnId="{E2001F69-CCCC-4E16-8ABB-AE75533A058C}" type="sibTrans">
      <dgm:prSet/>
      <dgm:spPr/>
      <dgm:t>
        <a:bodyPr/>
        <a:lstStyle/>
        <a:p>
          <a:endParaRPr lang="en-US" sz="2000">
            <a:solidFill>
              <a:schemeClr val="tx1"/>
            </a:solidFill>
          </a:endParaRPr>
        </a:p>
      </dgm:t>
    </dgm:pt>
    <dgm:pt modelId="{BB7A42AD-BAAD-4632-8B5B-DA7444822041}">
      <dgm:prSet phldrT="[Text]" custT="1"/>
      <dgm:spPr/>
      <dgm:t>
        <a:bodyPr/>
        <a:lstStyle/>
        <a:p>
          <a:r>
            <a:rPr lang="en-US" sz="2400" smtClean="0">
              <a:solidFill>
                <a:schemeClr val="tx1"/>
              </a:solidFill>
            </a:rPr>
            <a:t>Assume</a:t>
          </a:r>
          <a:endParaRPr lang="en-US" sz="2400" dirty="0">
            <a:solidFill>
              <a:schemeClr val="tx1"/>
            </a:solidFill>
          </a:endParaRPr>
        </a:p>
      </dgm:t>
    </dgm:pt>
    <dgm:pt modelId="{41B5E470-3A39-405C-A280-D783221F2634}" cxnId="{046C7F60-CA4C-4040-A02A-D23EE6444839}" type="parTrans">
      <dgm:prSet/>
      <dgm:spPr/>
      <dgm:t>
        <a:bodyPr/>
        <a:lstStyle/>
        <a:p>
          <a:endParaRPr lang="en-US" sz="2000">
            <a:solidFill>
              <a:schemeClr val="tx1"/>
            </a:solidFill>
          </a:endParaRPr>
        </a:p>
      </dgm:t>
    </dgm:pt>
    <dgm:pt modelId="{639EBCF8-1FD8-4B33-9B63-07BDE3A12DB6}" cxnId="{046C7F60-CA4C-4040-A02A-D23EE6444839}" type="sibTrans">
      <dgm:prSet/>
      <dgm:spPr/>
      <dgm:t>
        <a:bodyPr/>
        <a:lstStyle/>
        <a:p>
          <a:endParaRPr lang="en-US" sz="2000">
            <a:solidFill>
              <a:schemeClr val="tx1"/>
            </a:solidFill>
          </a:endParaRPr>
        </a:p>
      </dgm:t>
    </dgm:pt>
    <dgm:pt modelId="{19163284-7850-4AC8-933D-C8BF66EA3298}">
      <dgm:prSet phldrT="[Text]" custT="1"/>
      <dgm:spPr/>
      <dgm:t>
        <a:bodyPr/>
        <a:lstStyle/>
        <a:p>
          <a:r>
            <a:rPr lang="en-US" sz="2400" smtClean="0">
              <a:solidFill>
                <a:schemeClr val="tx1"/>
              </a:solidFill>
            </a:rPr>
            <a:t>Illustrate</a:t>
          </a:r>
          <a:endParaRPr lang="en-US" sz="2400" dirty="0">
            <a:solidFill>
              <a:schemeClr val="tx1"/>
            </a:solidFill>
          </a:endParaRPr>
        </a:p>
      </dgm:t>
    </dgm:pt>
    <dgm:pt modelId="{46EF3C02-5FB3-4EDD-A2DE-C283F941A49E}" cxnId="{0FF3C433-1E81-437A-B547-1FC478185CF9}" type="parTrans">
      <dgm:prSet/>
      <dgm:spPr/>
      <dgm:t>
        <a:bodyPr/>
        <a:lstStyle/>
        <a:p>
          <a:endParaRPr lang="en-US" sz="2000">
            <a:solidFill>
              <a:schemeClr val="tx1"/>
            </a:solidFill>
          </a:endParaRPr>
        </a:p>
      </dgm:t>
    </dgm:pt>
    <dgm:pt modelId="{E6984590-1DFA-41E5-A589-2D3B755582A3}" cxnId="{0FF3C433-1E81-437A-B547-1FC478185CF9}" type="sibTrans">
      <dgm:prSet/>
      <dgm:spPr/>
      <dgm:t>
        <a:bodyPr/>
        <a:lstStyle/>
        <a:p>
          <a:endParaRPr lang="en-US" sz="2000">
            <a:solidFill>
              <a:schemeClr val="tx1"/>
            </a:solidFill>
          </a:endParaRPr>
        </a:p>
      </dgm:t>
    </dgm:pt>
    <dgm:pt modelId="{0E443BF7-81AC-48EC-8D70-D8BBCAB050F7}">
      <dgm:prSet phldrT="[Text]" custT="1"/>
      <dgm:spPr/>
      <dgm:t>
        <a:bodyPr/>
        <a:lstStyle/>
        <a:p>
          <a:r>
            <a:rPr lang="en-US" sz="2400" smtClean="0">
              <a:solidFill>
                <a:schemeClr val="tx1"/>
              </a:solidFill>
            </a:rPr>
            <a:t>Show</a:t>
          </a:r>
          <a:endParaRPr lang="en-US" sz="2400" dirty="0">
            <a:solidFill>
              <a:schemeClr val="tx1"/>
            </a:solidFill>
          </a:endParaRPr>
        </a:p>
      </dgm:t>
    </dgm:pt>
    <dgm:pt modelId="{6FCC70C0-B2B6-4E12-9923-BD129F02EF7C}" cxnId="{B0BAF4DB-CBCC-41BC-9B66-3869E3FBA397}" type="parTrans">
      <dgm:prSet/>
      <dgm:spPr/>
      <dgm:t>
        <a:bodyPr/>
        <a:lstStyle/>
        <a:p>
          <a:endParaRPr lang="en-US" sz="2000">
            <a:solidFill>
              <a:schemeClr val="tx1"/>
            </a:solidFill>
          </a:endParaRPr>
        </a:p>
      </dgm:t>
    </dgm:pt>
    <dgm:pt modelId="{64C423CA-7E09-4C3F-9A93-758C5598E566}" cxnId="{B0BAF4DB-CBCC-41BC-9B66-3869E3FBA397}" type="sibTrans">
      <dgm:prSet/>
      <dgm:spPr/>
      <dgm:t>
        <a:bodyPr/>
        <a:lstStyle/>
        <a:p>
          <a:endParaRPr lang="en-US" sz="2000">
            <a:solidFill>
              <a:schemeClr val="tx1"/>
            </a:solidFill>
          </a:endParaRPr>
        </a:p>
      </dgm:t>
    </dgm:pt>
    <dgm:pt modelId="{87F54D76-1CD6-4DD1-A0D9-CB1B2960D0A2}">
      <dgm:prSet phldrT="[Text]" custT="1"/>
      <dgm:spPr/>
      <dgm:t>
        <a:bodyPr/>
        <a:lstStyle/>
        <a:p>
          <a:r>
            <a:rPr lang="en-US" sz="2400" dirty="0" smtClean="0">
              <a:solidFill>
                <a:schemeClr val="tx1"/>
              </a:solidFill>
            </a:rPr>
            <a:t>Indicate </a:t>
          </a:r>
          <a:endParaRPr lang="en-US" sz="2400" dirty="0">
            <a:solidFill>
              <a:schemeClr val="tx1"/>
            </a:solidFill>
          </a:endParaRPr>
        </a:p>
      </dgm:t>
    </dgm:pt>
    <dgm:pt modelId="{51C173D1-98D2-4E93-85F6-CE77F94FACFF}" cxnId="{B9835D20-03BA-4453-97C9-87D6D0203681}" type="parTrans">
      <dgm:prSet/>
      <dgm:spPr/>
      <dgm:t>
        <a:bodyPr/>
        <a:lstStyle/>
        <a:p>
          <a:endParaRPr lang="en-US" sz="2000">
            <a:solidFill>
              <a:schemeClr val="tx1"/>
            </a:solidFill>
          </a:endParaRPr>
        </a:p>
      </dgm:t>
    </dgm:pt>
    <dgm:pt modelId="{854CD6A1-B4D3-4003-93BA-4894294E9ECD}" cxnId="{B9835D20-03BA-4453-97C9-87D6D0203681}" type="sibTrans">
      <dgm:prSet/>
      <dgm:spPr/>
      <dgm:t>
        <a:bodyPr/>
        <a:lstStyle/>
        <a:p>
          <a:endParaRPr lang="en-US" sz="2000">
            <a:solidFill>
              <a:schemeClr val="tx1"/>
            </a:solidFill>
          </a:endParaRPr>
        </a:p>
      </dgm:t>
    </dgm:pt>
    <dgm:pt modelId="{09490C09-589E-4735-9731-0CAF16E7E7E0}" type="pres">
      <dgm:prSet presAssocID="{C426EB56-96C9-4696-AE1A-44781EA3714F}" presName="diagram" presStyleCnt="0">
        <dgm:presLayoutVars>
          <dgm:dir/>
          <dgm:resizeHandles val="exact"/>
        </dgm:presLayoutVars>
      </dgm:prSet>
      <dgm:spPr/>
    </dgm:pt>
    <dgm:pt modelId="{9C652CCE-E056-493F-B8FF-772B71485B65}" type="pres">
      <dgm:prSet presAssocID="{C476A7A0-E6E6-4597-919F-0ADA0727DC44}" presName="node" presStyleLbl="node1" presStyleIdx="0" presStyleCnt="17">
        <dgm:presLayoutVars>
          <dgm:bulletEnabled val="1"/>
        </dgm:presLayoutVars>
      </dgm:prSet>
      <dgm:spPr/>
    </dgm:pt>
    <dgm:pt modelId="{917BF745-84BB-4EA6-AD2D-BFB06C3A973F}" type="pres">
      <dgm:prSet presAssocID="{EFF962EA-5816-4EEE-B5F0-F5F68985007E}" presName="sibTrans" presStyleCnt="0"/>
      <dgm:spPr/>
    </dgm:pt>
    <dgm:pt modelId="{D864A39E-5A89-49D1-B078-F4453CB70ED1}" type="pres">
      <dgm:prSet presAssocID="{BA3FF2BE-ADBB-4F5F-B97C-DC5E70744E80}" presName="node" presStyleLbl="node1" presStyleIdx="1" presStyleCnt="17">
        <dgm:presLayoutVars>
          <dgm:bulletEnabled val="1"/>
        </dgm:presLayoutVars>
      </dgm:prSet>
      <dgm:spPr/>
      <dgm:t>
        <a:bodyPr/>
        <a:lstStyle/>
        <a:p>
          <a:endParaRPr lang="en-US"/>
        </a:p>
      </dgm:t>
    </dgm:pt>
    <dgm:pt modelId="{DB07C42D-3C2F-4118-9291-94036EF5D10C}" type="pres">
      <dgm:prSet presAssocID="{492CB7FC-76CD-4307-BA06-9DC21F54B704}" presName="sibTrans" presStyleCnt="0"/>
      <dgm:spPr/>
    </dgm:pt>
    <dgm:pt modelId="{EA9CB727-1A56-41D6-B36D-54117B1AAE98}" type="pres">
      <dgm:prSet presAssocID="{86A2329D-2202-46E6-AA61-D8CFD8C00C64}" presName="node" presStyleLbl="node1" presStyleIdx="2" presStyleCnt="17">
        <dgm:presLayoutVars>
          <dgm:bulletEnabled val="1"/>
        </dgm:presLayoutVars>
      </dgm:prSet>
      <dgm:spPr/>
    </dgm:pt>
    <dgm:pt modelId="{2062F423-C9F7-43BD-B2B3-5FE9CB70F244}" type="pres">
      <dgm:prSet presAssocID="{B25D844F-9FEC-46BE-BDE3-7F6F848BBE62}" presName="sibTrans" presStyleCnt="0"/>
      <dgm:spPr/>
    </dgm:pt>
    <dgm:pt modelId="{A2E65CC1-76E2-4422-82B7-77F13DBBCE12}" type="pres">
      <dgm:prSet presAssocID="{AB904057-EC6C-4DD9-A08D-EA8723295375}" presName="node" presStyleLbl="node1" presStyleIdx="3" presStyleCnt="17">
        <dgm:presLayoutVars>
          <dgm:bulletEnabled val="1"/>
        </dgm:presLayoutVars>
      </dgm:prSet>
      <dgm:spPr/>
      <dgm:t>
        <a:bodyPr/>
        <a:lstStyle/>
        <a:p>
          <a:endParaRPr lang="en-US"/>
        </a:p>
      </dgm:t>
    </dgm:pt>
    <dgm:pt modelId="{FB82B5D0-696E-4E00-A30B-B14EA30E9FA9}" type="pres">
      <dgm:prSet presAssocID="{AF11DBC4-DB31-4BC8-BB72-E1F1E4651609}" presName="sibTrans" presStyleCnt="0"/>
      <dgm:spPr/>
    </dgm:pt>
    <dgm:pt modelId="{D354D915-2A9E-4AD5-B607-E9A6D656369F}" type="pres">
      <dgm:prSet presAssocID="{FB1A2D5C-EA51-41DF-97F0-7BCCEB289235}" presName="node" presStyleLbl="node1" presStyleIdx="4" presStyleCnt="17">
        <dgm:presLayoutVars>
          <dgm:bulletEnabled val="1"/>
        </dgm:presLayoutVars>
      </dgm:prSet>
      <dgm:spPr/>
    </dgm:pt>
    <dgm:pt modelId="{B3D5F5CF-86BA-4F2E-914C-41F677B7EDA5}" type="pres">
      <dgm:prSet presAssocID="{8EBFB121-5B3A-48BA-8DAE-E3631EBCA282}" presName="sibTrans" presStyleCnt="0"/>
      <dgm:spPr/>
    </dgm:pt>
    <dgm:pt modelId="{9F083708-DD36-4118-8464-36EF8EBA6E16}" type="pres">
      <dgm:prSet presAssocID="{FFF18CB9-3AB0-4D6E-AD14-42DA9C425BAF}" presName="node" presStyleLbl="node1" presStyleIdx="5" presStyleCnt="17">
        <dgm:presLayoutVars>
          <dgm:bulletEnabled val="1"/>
        </dgm:presLayoutVars>
      </dgm:prSet>
      <dgm:spPr/>
    </dgm:pt>
    <dgm:pt modelId="{4EEF2BB8-AFD5-4CCF-A60D-6FACB078B6A6}" type="pres">
      <dgm:prSet presAssocID="{6F529C00-AA30-47F1-96F1-057F6905FACE}" presName="sibTrans" presStyleCnt="0"/>
      <dgm:spPr/>
    </dgm:pt>
    <dgm:pt modelId="{640E4B43-65AC-4872-BFE6-E4A67FEF28FE}" type="pres">
      <dgm:prSet presAssocID="{7B41808A-AB4C-4699-80C6-F3B946F01C76}" presName="node" presStyleLbl="node1" presStyleIdx="6" presStyleCnt="17">
        <dgm:presLayoutVars>
          <dgm:bulletEnabled val="1"/>
        </dgm:presLayoutVars>
      </dgm:prSet>
      <dgm:spPr/>
    </dgm:pt>
    <dgm:pt modelId="{0260C80F-9608-40BF-8F09-B3744B016F29}" type="pres">
      <dgm:prSet presAssocID="{1955D703-2C7E-478C-8658-4559DBDE9014}" presName="sibTrans" presStyleCnt="0"/>
      <dgm:spPr/>
    </dgm:pt>
    <dgm:pt modelId="{EDBA49B2-BA2E-4777-8ED5-484EA6648387}" type="pres">
      <dgm:prSet presAssocID="{60913AEF-0046-4FFA-A6D8-75DA8458CD60}" presName="node" presStyleLbl="node1" presStyleIdx="7" presStyleCnt="17">
        <dgm:presLayoutVars>
          <dgm:bulletEnabled val="1"/>
        </dgm:presLayoutVars>
      </dgm:prSet>
      <dgm:spPr/>
    </dgm:pt>
    <dgm:pt modelId="{B9F855B4-2B5E-4575-A293-E25BD2729662}" type="pres">
      <dgm:prSet presAssocID="{6B835437-B68A-45F4-B3B8-93C5187F40C4}" presName="sibTrans" presStyleCnt="0"/>
      <dgm:spPr/>
    </dgm:pt>
    <dgm:pt modelId="{E088EC56-3951-4C24-B475-8C0DDCE5CE17}" type="pres">
      <dgm:prSet presAssocID="{B57A55F0-5A7C-441E-9BFB-ECC41F74322B}" presName="node" presStyleLbl="node1" presStyleIdx="8" presStyleCnt="17">
        <dgm:presLayoutVars>
          <dgm:bulletEnabled val="1"/>
        </dgm:presLayoutVars>
      </dgm:prSet>
      <dgm:spPr/>
    </dgm:pt>
    <dgm:pt modelId="{BE159F74-E336-4D23-A048-D70709C8CDD3}" type="pres">
      <dgm:prSet presAssocID="{8DF0D6CA-A4A9-4F84-94EC-828FBFCDB2F3}" presName="sibTrans" presStyleCnt="0"/>
      <dgm:spPr/>
    </dgm:pt>
    <dgm:pt modelId="{D4B6A19C-7CC3-4FA0-97BD-C185C377D722}" type="pres">
      <dgm:prSet presAssocID="{8E6D57E0-C655-4EDE-ADA9-7018B8696D3C}" presName="node" presStyleLbl="node1" presStyleIdx="9" presStyleCnt="17">
        <dgm:presLayoutVars>
          <dgm:bulletEnabled val="1"/>
        </dgm:presLayoutVars>
      </dgm:prSet>
      <dgm:spPr/>
    </dgm:pt>
    <dgm:pt modelId="{2DB9A9FF-1B91-4413-9796-2A681ADCE425}" type="pres">
      <dgm:prSet presAssocID="{BA5DCE74-6BEA-4DD4-ACA3-2C0FAA0C220E}" presName="sibTrans" presStyleCnt="0"/>
      <dgm:spPr/>
    </dgm:pt>
    <dgm:pt modelId="{90D99641-F6D2-4DAF-992E-D9C78BA4342A}" type="pres">
      <dgm:prSet presAssocID="{C794E398-528A-41C0-94EB-55A9EDADD980}" presName="node" presStyleLbl="node1" presStyleIdx="10" presStyleCnt="17">
        <dgm:presLayoutVars>
          <dgm:bulletEnabled val="1"/>
        </dgm:presLayoutVars>
      </dgm:prSet>
      <dgm:spPr/>
    </dgm:pt>
    <dgm:pt modelId="{B676E9D1-D77F-49C8-B991-1EEE8D3EABCC}" type="pres">
      <dgm:prSet presAssocID="{87B00D51-68AB-42AF-8E84-B9D225DC0188}" presName="sibTrans" presStyleCnt="0"/>
      <dgm:spPr/>
    </dgm:pt>
    <dgm:pt modelId="{12F61A0D-6817-4519-898F-9431872705B9}" type="pres">
      <dgm:prSet presAssocID="{8282B2BF-022A-481D-AAE8-9E566C640DD3}" presName="node" presStyleLbl="node1" presStyleIdx="11" presStyleCnt="17">
        <dgm:presLayoutVars>
          <dgm:bulletEnabled val="1"/>
        </dgm:presLayoutVars>
      </dgm:prSet>
      <dgm:spPr/>
    </dgm:pt>
    <dgm:pt modelId="{361A986F-FE09-424B-8B1F-CE54B8428971}" type="pres">
      <dgm:prSet presAssocID="{A783C72F-499E-42ED-89CC-AE8860DB215D}" presName="sibTrans" presStyleCnt="0"/>
      <dgm:spPr/>
    </dgm:pt>
    <dgm:pt modelId="{134506CA-1702-4245-A773-DE13A931658D}" type="pres">
      <dgm:prSet presAssocID="{64901138-AF72-4193-8683-174BB8B0F6A4}" presName="node" presStyleLbl="node1" presStyleIdx="12" presStyleCnt="17">
        <dgm:presLayoutVars>
          <dgm:bulletEnabled val="1"/>
        </dgm:presLayoutVars>
      </dgm:prSet>
      <dgm:spPr/>
    </dgm:pt>
    <dgm:pt modelId="{7EE5E0FF-CC8A-4716-B295-704CB1DBA92B}" type="pres">
      <dgm:prSet presAssocID="{1E69D506-F8D1-4F53-8BEC-6EB377378DE1}" presName="sibTrans" presStyleCnt="0"/>
      <dgm:spPr/>
    </dgm:pt>
    <dgm:pt modelId="{9CDC3BC7-A52E-41C5-A5D2-EEC128CCE303}" type="pres">
      <dgm:prSet presAssocID="{BB7A42AD-BAAD-4632-8B5B-DA7444822041}" presName="node" presStyleLbl="node1" presStyleIdx="13" presStyleCnt="17">
        <dgm:presLayoutVars>
          <dgm:bulletEnabled val="1"/>
        </dgm:presLayoutVars>
      </dgm:prSet>
      <dgm:spPr/>
    </dgm:pt>
    <dgm:pt modelId="{91154873-6D30-4CA2-A0FF-893A8F9F59A8}" type="pres">
      <dgm:prSet presAssocID="{639EBCF8-1FD8-4B33-9B63-07BDE3A12DB6}" presName="sibTrans" presStyleCnt="0"/>
      <dgm:spPr/>
    </dgm:pt>
    <dgm:pt modelId="{5085081F-3389-4284-971E-AC85EC8F4385}" type="pres">
      <dgm:prSet presAssocID="{19163284-7850-4AC8-933D-C8BF66EA3298}" presName="node" presStyleLbl="node1" presStyleIdx="14" presStyleCnt="17">
        <dgm:presLayoutVars>
          <dgm:bulletEnabled val="1"/>
        </dgm:presLayoutVars>
      </dgm:prSet>
      <dgm:spPr/>
      <dgm:t>
        <a:bodyPr/>
        <a:lstStyle/>
        <a:p>
          <a:endParaRPr lang="en-US"/>
        </a:p>
      </dgm:t>
    </dgm:pt>
    <dgm:pt modelId="{4F00783B-8AF5-40F9-9839-8BE7CD80A2A1}" type="pres">
      <dgm:prSet presAssocID="{E6984590-1DFA-41E5-A589-2D3B755582A3}" presName="sibTrans" presStyleCnt="0"/>
      <dgm:spPr/>
    </dgm:pt>
    <dgm:pt modelId="{5202CDC3-C4FA-4DD7-9DCE-EDF3FB78DB35}" type="pres">
      <dgm:prSet presAssocID="{0E443BF7-81AC-48EC-8D70-D8BBCAB050F7}" presName="node" presStyleLbl="node1" presStyleIdx="15" presStyleCnt="17">
        <dgm:presLayoutVars>
          <dgm:bulletEnabled val="1"/>
        </dgm:presLayoutVars>
      </dgm:prSet>
      <dgm:spPr/>
    </dgm:pt>
    <dgm:pt modelId="{B9644A98-8567-4CCF-9889-9E81B78E1A99}" type="pres">
      <dgm:prSet presAssocID="{64C423CA-7E09-4C3F-9A93-758C5598E566}" presName="sibTrans" presStyleCnt="0"/>
      <dgm:spPr/>
    </dgm:pt>
    <dgm:pt modelId="{0E5087BF-56C6-41A3-84A5-675062E6BEA3}" type="pres">
      <dgm:prSet presAssocID="{87F54D76-1CD6-4DD1-A0D9-CB1B2960D0A2}" presName="node" presStyleLbl="node1" presStyleIdx="16" presStyleCnt="17">
        <dgm:presLayoutVars>
          <dgm:bulletEnabled val="1"/>
        </dgm:presLayoutVars>
      </dgm:prSet>
      <dgm:spPr/>
    </dgm:pt>
  </dgm:ptLst>
  <dgm:cxnLst>
    <dgm:cxn modelId="{45A89BEA-0DD5-4D2C-A87F-FC32C985BAEB}" type="presOf" srcId="{AB904057-EC6C-4DD9-A08D-EA8723295375}" destId="{A2E65CC1-76E2-4422-82B7-77F13DBBCE12}" srcOrd="0" destOrd="0" presId="urn:microsoft.com/office/officeart/2005/8/layout/default"/>
    <dgm:cxn modelId="{63004643-42C3-4114-8216-23B3A766844D}" type="presOf" srcId="{8E6D57E0-C655-4EDE-ADA9-7018B8696D3C}" destId="{D4B6A19C-7CC3-4FA0-97BD-C185C377D722}" srcOrd="0" destOrd="0" presId="urn:microsoft.com/office/officeart/2005/8/layout/default"/>
    <dgm:cxn modelId="{5C7B15AD-C4F0-4142-94DC-9A26CC2C6BF4}" srcId="{C426EB56-96C9-4696-AE1A-44781EA3714F}" destId="{FFF18CB9-3AB0-4D6E-AD14-42DA9C425BAF}" srcOrd="5" destOrd="0" parTransId="{7141B43B-506D-45E3-A144-C080E2644826}" sibTransId="{6F529C00-AA30-47F1-96F1-057F6905FACE}"/>
    <dgm:cxn modelId="{62B315D5-AF9D-4B36-8915-ACB011B4E472}" srcId="{C426EB56-96C9-4696-AE1A-44781EA3714F}" destId="{8282B2BF-022A-481D-AAE8-9E566C640DD3}" srcOrd="11" destOrd="0" parTransId="{E61F491F-8289-44C6-81CE-B169238DC5B1}" sibTransId="{A783C72F-499E-42ED-89CC-AE8860DB215D}"/>
    <dgm:cxn modelId="{28B3281D-13F8-4413-97FF-5B796D8C8BA1}" type="presOf" srcId="{C426EB56-96C9-4696-AE1A-44781EA3714F}" destId="{09490C09-589E-4735-9731-0CAF16E7E7E0}" srcOrd="0" destOrd="0" presId="urn:microsoft.com/office/officeart/2005/8/layout/default"/>
    <dgm:cxn modelId="{CDF789F3-4F87-4794-84BA-58BC35719112}" type="presOf" srcId="{FFF18CB9-3AB0-4D6E-AD14-42DA9C425BAF}" destId="{9F083708-DD36-4118-8464-36EF8EBA6E16}" srcOrd="0" destOrd="0" presId="urn:microsoft.com/office/officeart/2005/8/layout/default"/>
    <dgm:cxn modelId="{5C12C663-754A-4135-B5FA-C585A9E539E7}" type="presOf" srcId="{64901138-AF72-4193-8683-174BB8B0F6A4}" destId="{134506CA-1702-4245-A773-DE13A931658D}" srcOrd="0" destOrd="0" presId="urn:microsoft.com/office/officeart/2005/8/layout/default"/>
    <dgm:cxn modelId="{DC4AB2F0-2193-4D25-819F-3AD13FD063B0}" type="presOf" srcId="{C476A7A0-E6E6-4597-919F-0ADA0727DC44}" destId="{9C652CCE-E056-493F-B8FF-772B71485B65}" srcOrd="0" destOrd="0" presId="urn:microsoft.com/office/officeart/2005/8/layout/default"/>
    <dgm:cxn modelId="{E2001F69-CCCC-4E16-8ABB-AE75533A058C}" srcId="{C426EB56-96C9-4696-AE1A-44781EA3714F}" destId="{64901138-AF72-4193-8683-174BB8B0F6A4}" srcOrd="12" destOrd="0" parTransId="{108052A3-7AB0-40EF-8103-F76D258D018A}" sibTransId="{1E69D506-F8D1-4F53-8BEC-6EB377378DE1}"/>
    <dgm:cxn modelId="{DF9E2B18-C39B-4780-B626-6E397DCF25A3}" type="presOf" srcId="{FB1A2D5C-EA51-41DF-97F0-7BCCEB289235}" destId="{D354D915-2A9E-4AD5-B607-E9A6D656369F}" srcOrd="0" destOrd="0" presId="urn:microsoft.com/office/officeart/2005/8/layout/default"/>
    <dgm:cxn modelId="{B0BAF4DB-CBCC-41BC-9B66-3869E3FBA397}" srcId="{C426EB56-96C9-4696-AE1A-44781EA3714F}" destId="{0E443BF7-81AC-48EC-8D70-D8BBCAB050F7}" srcOrd="15" destOrd="0" parTransId="{6FCC70C0-B2B6-4E12-9923-BD129F02EF7C}" sibTransId="{64C423CA-7E09-4C3F-9A93-758C5598E566}"/>
    <dgm:cxn modelId="{C2FD6611-0FDD-48D4-9903-9F8B525CA896}" srcId="{C426EB56-96C9-4696-AE1A-44781EA3714F}" destId="{C476A7A0-E6E6-4597-919F-0ADA0727DC44}" srcOrd="0" destOrd="0" parTransId="{455C43D3-7FE3-4784-AF9D-F0C96AD8970F}" sibTransId="{EFF962EA-5816-4EEE-B5F0-F5F68985007E}"/>
    <dgm:cxn modelId="{12B03EF4-5D4F-46A5-B902-01C228641DD8}" srcId="{C426EB56-96C9-4696-AE1A-44781EA3714F}" destId="{AB904057-EC6C-4DD9-A08D-EA8723295375}" srcOrd="3" destOrd="0" parTransId="{D03456E2-BEF8-4077-8432-FF5B2DE19FCC}" sibTransId="{AF11DBC4-DB31-4BC8-BB72-E1F1E4651609}"/>
    <dgm:cxn modelId="{404CEF36-12C5-4380-ABEB-65B7352F7A0F}" type="presOf" srcId="{BA3FF2BE-ADBB-4F5F-B97C-DC5E70744E80}" destId="{D864A39E-5A89-49D1-B078-F4453CB70ED1}" srcOrd="0" destOrd="0" presId="urn:microsoft.com/office/officeart/2005/8/layout/default"/>
    <dgm:cxn modelId="{55B8AAEA-71F0-44F3-BE29-00F9F5D51D93}" type="presOf" srcId="{BB7A42AD-BAAD-4632-8B5B-DA7444822041}" destId="{9CDC3BC7-A52E-41C5-A5D2-EEC128CCE303}" srcOrd="0" destOrd="0" presId="urn:microsoft.com/office/officeart/2005/8/layout/default"/>
    <dgm:cxn modelId="{065A4388-EEBB-4F60-AF25-8A027C32126C}" srcId="{C426EB56-96C9-4696-AE1A-44781EA3714F}" destId="{60913AEF-0046-4FFA-A6D8-75DA8458CD60}" srcOrd="7" destOrd="0" parTransId="{521B653E-B807-46F4-A693-CA02204135DA}" sibTransId="{6B835437-B68A-45F4-B3B8-93C5187F40C4}"/>
    <dgm:cxn modelId="{CBC45E71-6234-43F6-B721-BB62512ACC2F}" type="presOf" srcId="{0E443BF7-81AC-48EC-8D70-D8BBCAB050F7}" destId="{5202CDC3-C4FA-4DD7-9DCE-EDF3FB78DB35}" srcOrd="0" destOrd="0" presId="urn:microsoft.com/office/officeart/2005/8/layout/default"/>
    <dgm:cxn modelId="{77F59F91-2CF0-46F9-BA9E-91C93DDA8F83}" type="presOf" srcId="{8282B2BF-022A-481D-AAE8-9E566C640DD3}" destId="{12F61A0D-6817-4519-898F-9431872705B9}" srcOrd="0" destOrd="0" presId="urn:microsoft.com/office/officeart/2005/8/layout/default"/>
    <dgm:cxn modelId="{046C7F60-CA4C-4040-A02A-D23EE6444839}" srcId="{C426EB56-96C9-4696-AE1A-44781EA3714F}" destId="{BB7A42AD-BAAD-4632-8B5B-DA7444822041}" srcOrd="13" destOrd="0" parTransId="{41B5E470-3A39-405C-A280-D783221F2634}" sibTransId="{639EBCF8-1FD8-4B33-9B63-07BDE3A12DB6}"/>
    <dgm:cxn modelId="{B76CFB0A-CAF8-40F0-AC7A-0112D3B19698}" type="presOf" srcId="{87F54D76-1CD6-4DD1-A0D9-CB1B2960D0A2}" destId="{0E5087BF-56C6-41A3-84A5-675062E6BEA3}" srcOrd="0" destOrd="0" presId="urn:microsoft.com/office/officeart/2005/8/layout/default"/>
    <dgm:cxn modelId="{D4758DA0-2BB1-4B5F-BFBF-EF5D4B7D811F}" srcId="{C426EB56-96C9-4696-AE1A-44781EA3714F}" destId="{BA3FF2BE-ADBB-4F5F-B97C-DC5E70744E80}" srcOrd="1" destOrd="0" parTransId="{F828F8D0-0CFE-418E-946D-AFB61BE6DF85}" sibTransId="{492CB7FC-76CD-4307-BA06-9DC21F54B704}"/>
    <dgm:cxn modelId="{2DE719DE-3218-4A98-9ED3-44AA7B0C9775}" type="presOf" srcId="{B57A55F0-5A7C-441E-9BFB-ECC41F74322B}" destId="{E088EC56-3951-4C24-B475-8C0DDCE5CE17}" srcOrd="0" destOrd="0" presId="urn:microsoft.com/office/officeart/2005/8/layout/default"/>
    <dgm:cxn modelId="{7467B371-76AD-4153-8D6D-3A075835FEEF}" srcId="{C426EB56-96C9-4696-AE1A-44781EA3714F}" destId="{C794E398-528A-41C0-94EB-55A9EDADD980}" srcOrd="10" destOrd="0" parTransId="{F4F81559-7E60-4CE5-AE1E-7B9D3CE6ADAE}" sibTransId="{87B00D51-68AB-42AF-8E84-B9D225DC0188}"/>
    <dgm:cxn modelId="{B4BB5B22-3AEE-464C-8725-AFBC5C2221A1}" type="presOf" srcId="{7B41808A-AB4C-4699-80C6-F3B946F01C76}" destId="{640E4B43-65AC-4872-BFE6-E4A67FEF28FE}" srcOrd="0" destOrd="0" presId="urn:microsoft.com/office/officeart/2005/8/layout/default"/>
    <dgm:cxn modelId="{747AABCD-2E22-4552-8579-1E654C91CA5D}" srcId="{C426EB56-96C9-4696-AE1A-44781EA3714F}" destId="{7B41808A-AB4C-4699-80C6-F3B946F01C76}" srcOrd="6" destOrd="0" parTransId="{46B653AA-50B8-4F46-AB90-E7F7ED0E08AE}" sibTransId="{1955D703-2C7E-478C-8658-4559DBDE9014}"/>
    <dgm:cxn modelId="{EABCE50E-6501-4B50-9EB7-6049F0DA860C}" type="presOf" srcId="{86A2329D-2202-46E6-AA61-D8CFD8C00C64}" destId="{EA9CB727-1A56-41D6-B36D-54117B1AAE98}" srcOrd="0" destOrd="0" presId="urn:microsoft.com/office/officeart/2005/8/layout/default"/>
    <dgm:cxn modelId="{AF2F9158-F4F2-43AC-910B-03AE734457C9}" srcId="{C426EB56-96C9-4696-AE1A-44781EA3714F}" destId="{FB1A2D5C-EA51-41DF-97F0-7BCCEB289235}" srcOrd="4" destOrd="0" parTransId="{AD797B37-2385-4961-A8D8-DE081DE0A472}" sibTransId="{8EBFB121-5B3A-48BA-8DAE-E3631EBCA282}"/>
    <dgm:cxn modelId="{86A2EAC8-2133-4AA4-9ACB-176B7B388924}" type="presOf" srcId="{C794E398-528A-41C0-94EB-55A9EDADD980}" destId="{90D99641-F6D2-4DAF-992E-D9C78BA4342A}" srcOrd="0" destOrd="0" presId="urn:microsoft.com/office/officeart/2005/8/layout/default"/>
    <dgm:cxn modelId="{D51637FE-EA40-4FFE-923E-757F841F58E6}" srcId="{C426EB56-96C9-4696-AE1A-44781EA3714F}" destId="{B57A55F0-5A7C-441E-9BFB-ECC41F74322B}" srcOrd="8" destOrd="0" parTransId="{72387EEA-56EA-4086-B62F-C47708ED0C76}" sibTransId="{8DF0D6CA-A4A9-4F84-94EC-828FBFCDB2F3}"/>
    <dgm:cxn modelId="{B9835D20-03BA-4453-97C9-87D6D0203681}" srcId="{C426EB56-96C9-4696-AE1A-44781EA3714F}" destId="{87F54D76-1CD6-4DD1-A0D9-CB1B2960D0A2}" srcOrd="16" destOrd="0" parTransId="{51C173D1-98D2-4E93-85F6-CE77F94FACFF}" sibTransId="{854CD6A1-B4D3-4003-93BA-4894294E9ECD}"/>
    <dgm:cxn modelId="{436B8AF6-EE9C-4BD9-9D01-2D0551685784}" type="presOf" srcId="{60913AEF-0046-4FFA-A6D8-75DA8458CD60}" destId="{EDBA49B2-BA2E-4777-8ED5-484EA6648387}" srcOrd="0" destOrd="0" presId="urn:microsoft.com/office/officeart/2005/8/layout/default"/>
    <dgm:cxn modelId="{D3583A4C-81B2-438E-ABCD-87C7BF5955A7}" srcId="{C426EB56-96C9-4696-AE1A-44781EA3714F}" destId="{86A2329D-2202-46E6-AA61-D8CFD8C00C64}" srcOrd="2" destOrd="0" parTransId="{2BA4074F-B117-4784-9FDC-0EE5737BC9A5}" sibTransId="{B25D844F-9FEC-46BE-BDE3-7F6F848BBE62}"/>
    <dgm:cxn modelId="{21BEF9B0-B653-4FC4-AEE8-EF8F50979AF8}" type="presOf" srcId="{19163284-7850-4AC8-933D-C8BF66EA3298}" destId="{5085081F-3389-4284-971E-AC85EC8F4385}" srcOrd="0" destOrd="0" presId="urn:microsoft.com/office/officeart/2005/8/layout/default"/>
    <dgm:cxn modelId="{6F5804D2-4C57-48CD-977F-B21C3C0ED69C}" srcId="{C426EB56-96C9-4696-AE1A-44781EA3714F}" destId="{8E6D57E0-C655-4EDE-ADA9-7018B8696D3C}" srcOrd="9" destOrd="0" parTransId="{5EE3F67D-EA07-4213-B1D5-1048CEF8B1AD}" sibTransId="{BA5DCE74-6BEA-4DD4-ACA3-2C0FAA0C220E}"/>
    <dgm:cxn modelId="{0FF3C433-1E81-437A-B547-1FC478185CF9}" srcId="{C426EB56-96C9-4696-AE1A-44781EA3714F}" destId="{19163284-7850-4AC8-933D-C8BF66EA3298}" srcOrd="14" destOrd="0" parTransId="{46EF3C02-5FB3-4EDD-A2DE-C283F941A49E}" sibTransId="{E6984590-1DFA-41E5-A589-2D3B755582A3}"/>
    <dgm:cxn modelId="{6E1D9AA9-0B6F-421E-A631-02EE9C904626}" type="presParOf" srcId="{09490C09-589E-4735-9731-0CAF16E7E7E0}" destId="{9C652CCE-E056-493F-B8FF-772B71485B65}" srcOrd="0" destOrd="0" presId="urn:microsoft.com/office/officeart/2005/8/layout/default"/>
    <dgm:cxn modelId="{95EAD57A-651D-4DF2-9386-C488F39E5AD5}" type="presParOf" srcId="{09490C09-589E-4735-9731-0CAF16E7E7E0}" destId="{917BF745-84BB-4EA6-AD2D-BFB06C3A973F}" srcOrd="1" destOrd="0" presId="urn:microsoft.com/office/officeart/2005/8/layout/default"/>
    <dgm:cxn modelId="{381306BD-C507-40D7-AD2B-38CBC74DE4E0}" type="presParOf" srcId="{09490C09-589E-4735-9731-0CAF16E7E7E0}" destId="{D864A39E-5A89-49D1-B078-F4453CB70ED1}" srcOrd="2" destOrd="0" presId="urn:microsoft.com/office/officeart/2005/8/layout/default"/>
    <dgm:cxn modelId="{1B2F4D6C-3EE4-4796-8CD1-2771130D8FA8}" type="presParOf" srcId="{09490C09-589E-4735-9731-0CAF16E7E7E0}" destId="{DB07C42D-3C2F-4118-9291-94036EF5D10C}" srcOrd="3" destOrd="0" presId="urn:microsoft.com/office/officeart/2005/8/layout/default"/>
    <dgm:cxn modelId="{CEA0757E-043C-4967-B114-580F0381B2EB}" type="presParOf" srcId="{09490C09-589E-4735-9731-0CAF16E7E7E0}" destId="{EA9CB727-1A56-41D6-B36D-54117B1AAE98}" srcOrd="4" destOrd="0" presId="urn:microsoft.com/office/officeart/2005/8/layout/default"/>
    <dgm:cxn modelId="{BE0710A0-7C7B-4681-8334-AC49F602E6A0}" type="presParOf" srcId="{09490C09-589E-4735-9731-0CAF16E7E7E0}" destId="{2062F423-C9F7-43BD-B2B3-5FE9CB70F244}" srcOrd="5" destOrd="0" presId="urn:microsoft.com/office/officeart/2005/8/layout/default"/>
    <dgm:cxn modelId="{D968FA25-2B51-40CD-8E8C-EB35CF09421B}" type="presParOf" srcId="{09490C09-589E-4735-9731-0CAF16E7E7E0}" destId="{A2E65CC1-76E2-4422-82B7-77F13DBBCE12}" srcOrd="6" destOrd="0" presId="urn:microsoft.com/office/officeart/2005/8/layout/default"/>
    <dgm:cxn modelId="{F9ED6BEF-71CC-4281-A91A-C3491343EA1C}" type="presParOf" srcId="{09490C09-589E-4735-9731-0CAF16E7E7E0}" destId="{FB82B5D0-696E-4E00-A30B-B14EA30E9FA9}" srcOrd="7" destOrd="0" presId="urn:microsoft.com/office/officeart/2005/8/layout/default"/>
    <dgm:cxn modelId="{E27BF09A-912B-49C4-9159-1B63AF50568B}" type="presParOf" srcId="{09490C09-589E-4735-9731-0CAF16E7E7E0}" destId="{D354D915-2A9E-4AD5-B607-E9A6D656369F}" srcOrd="8" destOrd="0" presId="urn:microsoft.com/office/officeart/2005/8/layout/default"/>
    <dgm:cxn modelId="{6464FEF5-E2C7-4196-A720-57DB5CF7718D}" type="presParOf" srcId="{09490C09-589E-4735-9731-0CAF16E7E7E0}" destId="{B3D5F5CF-86BA-4F2E-914C-41F677B7EDA5}" srcOrd="9" destOrd="0" presId="urn:microsoft.com/office/officeart/2005/8/layout/default"/>
    <dgm:cxn modelId="{56C3AB37-4922-41BB-A979-D65C46B267B8}" type="presParOf" srcId="{09490C09-589E-4735-9731-0CAF16E7E7E0}" destId="{9F083708-DD36-4118-8464-36EF8EBA6E16}" srcOrd="10" destOrd="0" presId="urn:microsoft.com/office/officeart/2005/8/layout/default"/>
    <dgm:cxn modelId="{BB55CEDC-9018-4C4C-94FF-0ED1F914C9FC}" type="presParOf" srcId="{09490C09-589E-4735-9731-0CAF16E7E7E0}" destId="{4EEF2BB8-AFD5-4CCF-A60D-6FACB078B6A6}" srcOrd="11" destOrd="0" presId="urn:microsoft.com/office/officeart/2005/8/layout/default"/>
    <dgm:cxn modelId="{85CDAEFD-DC0E-44E5-A129-184DC48DC42A}" type="presParOf" srcId="{09490C09-589E-4735-9731-0CAF16E7E7E0}" destId="{640E4B43-65AC-4872-BFE6-E4A67FEF28FE}" srcOrd="12" destOrd="0" presId="urn:microsoft.com/office/officeart/2005/8/layout/default"/>
    <dgm:cxn modelId="{BFC34EEE-A20F-40BE-93F5-DFBB4FD284AB}" type="presParOf" srcId="{09490C09-589E-4735-9731-0CAF16E7E7E0}" destId="{0260C80F-9608-40BF-8F09-B3744B016F29}" srcOrd="13" destOrd="0" presId="urn:microsoft.com/office/officeart/2005/8/layout/default"/>
    <dgm:cxn modelId="{A0EF75AC-E1AC-43A3-980C-27C6FB23C563}" type="presParOf" srcId="{09490C09-589E-4735-9731-0CAF16E7E7E0}" destId="{EDBA49B2-BA2E-4777-8ED5-484EA6648387}" srcOrd="14" destOrd="0" presId="urn:microsoft.com/office/officeart/2005/8/layout/default"/>
    <dgm:cxn modelId="{0DA9DC67-750D-45C2-B3D6-28B6B779B1C8}" type="presParOf" srcId="{09490C09-589E-4735-9731-0CAF16E7E7E0}" destId="{B9F855B4-2B5E-4575-A293-E25BD2729662}" srcOrd="15" destOrd="0" presId="urn:microsoft.com/office/officeart/2005/8/layout/default"/>
    <dgm:cxn modelId="{44FBF9CB-5F5A-4810-B612-0DEE4BC9AFF8}" type="presParOf" srcId="{09490C09-589E-4735-9731-0CAF16E7E7E0}" destId="{E088EC56-3951-4C24-B475-8C0DDCE5CE17}" srcOrd="16" destOrd="0" presId="urn:microsoft.com/office/officeart/2005/8/layout/default"/>
    <dgm:cxn modelId="{D1BA79DD-E8DA-4FB1-90C8-1BCB1EADEEB2}" type="presParOf" srcId="{09490C09-589E-4735-9731-0CAF16E7E7E0}" destId="{BE159F74-E336-4D23-A048-D70709C8CDD3}" srcOrd="17" destOrd="0" presId="urn:microsoft.com/office/officeart/2005/8/layout/default"/>
    <dgm:cxn modelId="{736B1CF9-4E1C-4D3E-BA95-E4BC8AB29C58}" type="presParOf" srcId="{09490C09-589E-4735-9731-0CAF16E7E7E0}" destId="{D4B6A19C-7CC3-4FA0-97BD-C185C377D722}" srcOrd="18" destOrd="0" presId="urn:microsoft.com/office/officeart/2005/8/layout/default"/>
    <dgm:cxn modelId="{18EA73BE-4B21-4777-B691-C9D94AF34156}" type="presParOf" srcId="{09490C09-589E-4735-9731-0CAF16E7E7E0}" destId="{2DB9A9FF-1B91-4413-9796-2A681ADCE425}" srcOrd="19" destOrd="0" presId="urn:microsoft.com/office/officeart/2005/8/layout/default"/>
    <dgm:cxn modelId="{2D9A7163-0F46-4A6A-8867-ACA011C2C4F4}" type="presParOf" srcId="{09490C09-589E-4735-9731-0CAF16E7E7E0}" destId="{90D99641-F6D2-4DAF-992E-D9C78BA4342A}" srcOrd="20" destOrd="0" presId="urn:microsoft.com/office/officeart/2005/8/layout/default"/>
    <dgm:cxn modelId="{35E719FB-7A1B-4319-8ACA-CF8E01560661}" type="presParOf" srcId="{09490C09-589E-4735-9731-0CAF16E7E7E0}" destId="{B676E9D1-D77F-49C8-B991-1EEE8D3EABCC}" srcOrd="21" destOrd="0" presId="urn:microsoft.com/office/officeart/2005/8/layout/default"/>
    <dgm:cxn modelId="{FFC7F16B-32D5-4A1A-8C40-883263A7A178}" type="presParOf" srcId="{09490C09-589E-4735-9731-0CAF16E7E7E0}" destId="{12F61A0D-6817-4519-898F-9431872705B9}" srcOrd="22" destOrd="0" presId="urn:microsoft.com/office/officeart/2005/8/layout/default"/>
    <dgm:cxn modelId="{213C5560-A8FA-49FB-827B-F06035928A6F}" type="presParOf" srcId="{09490C09-589E-4735-9731-0CAF16E7E7E0}" destId="{361A986F-FE09-424B-8B1F-CE54B8428971}" srcOrd="23" destOrd="0" presId="urn:microsoft.com/office/officeart/2005/8/layout/default"/>
    <dgm:cxn modelId="{F5A7EFE5-E660-4E8B-99B1-B68843729E36}" type="presParOf" srcId="{09490C09-589E-4735-9731-0CAF16E7E7E0}" destId="{134506CA-1702-4245-A773-DE13A931658D}" srcOrd="24" destOrd="0" presId="urn:microsoft.com/office/officeart/2005/8/layout/default"/>
    <dgm:cxn modelId="{BD6ED44D-F969-476D-BFDC-7C42660985E2}" type="presParOf" srcId="{09490C09-589E-4735-9731-0CAF16E7E7E0}" destId="{7EE5E0FF-CC8A-4716-B295-704CB1DBA92B}" srcOrd="25" destOrd="0" presId="urn:microsoft.com/office/officeart/2005/8/layout/default"/>
    <dgm:cxn modelId="{E78975FD-CB56-4B37-903F-FEAF1A511C4A}" type="presParOf" srcId="{09490C09-589E-4735-9731-0CAF16E7E7E0}" destId="{9CDC3BC7-A52E-41C5-A5D2-EEC128CCE303}" srcOrd="26" destOrd="0" presId="urn:microsoft.com/office/officeart/2005/8/layout/default"/>
    <dgm:cxn modelId="{4CA5F735-D831-442A-8C22-86CEF20A5AA6}" type="presParOf" srcId="{09490C09-589E-4735-9731-0CAF16E7E7E0}" destId="{91154873-6D30-4CA2-A0FF-893A8F9F59A8}" srcOrd="27" destOrd="0" presId="urn:microsoft.com/office/officeart/2005/8/layout/default"/>
    <dgm:cxn modelId="{EDA8F550-06E0-44B4-AA22-853FFEEAFA3E}" type="presParOf" srcId="{09490C09-589E-4735-9731-0CAF16E7E7E0}" destId="{5085081F-3389-4284-971E-AC85EC8F4385}" srcOrd="28" destOrd="0" presId="urn:microsoft.com/office/officeart/2005/8/layout/default"/>
    <dgm:cxn modelId="{A9E83EC6-A00E-431A-B355-D7DCBA82846B}" type="presParOf" srcId="{09490C09-589E-4735-9731-0CAF16E7E7E0}" destId="{4F00783B-8AF5-40F9-9839-8BE7CD80A2A1}" srcOrd="29" destOrd="0" presId="urn:microsoft.com/office/officeart/2005/8/layout/default"/>
    <dgm:cxn modelId="{9C74D6C3-3A3E-4286-BB08-9E7CFC96CBC4}" type="presParOf" srcId="{09490C09-589E-4735-9731-0CAF16E7E7E0}" destId="{5202CDC3-C4FA-4DD7-9DCE-EDF3FB78DB35}" srcOrd="30" destOrd="0" presId="urn:microsoft.com/office/officeart/2005/8/layout/default"/>
    <dgm:cxn modelId="{CAAB96C2-DCF6-4712-94A0-7BEDACC42FE8}" type="presParOf" srcId="{09490C09-589E-4735-9731-0CAF16E7E7E0}" destId="{B9644A98-8567-4CCF-9889-9E81B78E1A99}" srcOrd="31" destOrd="0" presId="urn:microsoft.com/office/officeart/2005/8/layout/default"/>
    <dgm:cxn modelId="{C35833DF-FEF1-4D96-A857-59ACC9B46E2C}" type="presParOf" srcId="{09490C09-589E-4735-9731-0CAF16E7E7E0}" destId="{0E5087BF-56C6-41A3-84A5-675062E6BEA3}" srcOrd="32" destOrd="0" presId="urn:microsoft.com/office/officeart/2005/8/layout/defaul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D7A2D5-3786-4041-AE2F-2DD1B9C573A6}"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E2CB9F2-4053-4E78-8BB3-2BCDF51FD019}">
      <dgm:prSet phldrT="[Text]" custT="1"/>
      <dgm:spPr/>
      <dgm:t>
        <a:bodyPr/>
        <a:lstStyle/>
        <a:p>
          <a:r>
            <a:rPr lang="en-US" sz="4400" b="1" dirty="0" smtClean="0">
              <a:solidFill>
                <a:schemeClr val="accent5">
                  <a:lumMod val="20000"/>
                  <a:lumOff val="80000"/>
                </a:schemeClr>
              </a:solidFill>
            </a:rPr>
            <a:t>Paraphrase</a:t>
          </a:r>
          <a:endParaRPr lang="en-US" sz="4400" b="1" dirty="0">
            <a:solidFill>
              <a:schemeClr val="accent5">
                <a:lumMod val="20000"/>
                <a:lumOff val="80000"/>
              </a:schemeClr>
            </a:solidFill>
          </a:endParaRPr>
        </a:p>
      </dgm:t>
    </dgm:pt>
    <dgm:pt modelId="{12EF09E9-7836-4359-A83B-169E40BE2226}" cxnId="{7E2BDA63-BD2A-4109-9256-98FE4C3D9DED}" type="parTrans">
      <dgm:prSet/>
      <dgm:spPr/>
      <dgm:t>
        <a:bodyPr/>
        <a:lstStyle/>
        <a:p>
          <a:endParaRPr lang="en-US"/>
        </a:p>
      </dgm:t>
    </dgm:pt>
    <dgm:pt modelId="{2CB1F464-365B-42A1-A7AF-19A14FF38209}" cxnId="{7E2BDA63-BD2A-4109-9256-98FE4C3D9DED}" type="sibTrans">
      <dgm:prSet/>
      <dgm:spPr/>
      <dgm:t>
        <a:bodyPr/>
        <a:lstStyle/>
        <a:p>
          <a:endParaRPr lang="en-US"/>
        </a:p>
      </dgm:t>
    </dgm:pt>
    <dgm:pt modelId="{56F6C3A8-E915-4DD8-915C-43C2DBFDE501}">
      <dgm:prSet phldrT="[Text]"/>
      <dgm:spPr/>
      <dgm:t>
        <a:bodyPr/>
        <a:lstStyle/>
        <a:p>
          <a:r>
            <a:rPr lang="en-US" dirty="0" smtClean="0"/>
            <a:t>To retain ideas in the original passage but put them in your own words</a:t>
          </a:r>
          <a:endParaRPr lang="en-US" dirty="0"/>
        </a:p>
      </dgm:t>
    </dgm:pt>
    <dgm:pt modelId="{8EEB9B3E-F1DE-4DD9-9C43-C51C0412A36C}" cxnId="{6D2D99D2-053B-48A3-A2F7-7BE87903315A}" type="parTrans">
      <dgm:prSet/>
      <dgm:spPr/>
      <dgm:t>
        <a:bodyPr/>
        <a:lstStyle/>
        <a:p>
          <a:endParaRPr lang="en-US"/>
        </a:p>
      </dgm:t>
    </dgm:pt>
    <dgm:pt modelId="{BC4BC826-F94D-42BC-85B8-8BDBC3FB7661}" cxnId="{6D2D99D2-053B-48A3-A2F7-7BE87903315A}" type="sibTrans">
      <dgm:prSet/>
      <dgm:spPr/>
      <dgm:t>
        <a:bodyPr/>
        <a:lstStyle/>
        <a:p>
          <a:endParaRPr lang="en-US"/>
        </a:p>
      </dgm:t>
    </dgm:pt>
    <dgm:pt modelId="{CCB76442-1253-4291-BA15-12BBCD5F37FE}">
      <dgm:prSet phldrT="[Text]" custT="1"/>
      <dgm:spPr/>
      <dgm:t>
        <a:bodyPr/>
        <a:lstStyle/>
        <a:p>
          <a:r>
            <a:rPr lang="en-US" sz="4400" b="1" dirty="0" smtClean="0">
              <a:solidFill>
                <a:schemeClr val="accent5">
                  <a:lumMod val="20000"/>
                  <a:lumOff val="80000"/>
                </a:schemeClr>
              </a:solidFill>
            </a:rPr>
            <a:t>Summarize</a:t>
          </a:r>
          <a:endParaRPr lang="en-US" sz="4400" b="1" dirty="0">
            <a:solidFill>
              <a:schemeClr val="accent5">
                <a:lumMod val="20000"/>
                <a:lumOff val="80000"/>
              </a:schemeClr>
            </a:solidFill>
          </a:endParaRPr>
        </a:p>
      </dgm:t>
    </dgm:pt>
    <dgm:pt modelId="{8A4936C0-93B0-47E6-A26C-4F2430031B30}" cxnId="{2326E221-A482-49D8-AC6F-1F284EBF2751}" type="parTrans">
      <dgm:prSet/>
      <dgm:spPr/>
      <dgm:t>
        <a:bodyPr/>
        <a:lstStyle/>
        <a:p>
          <a:endParaRPr lang="en-US"/>
        </a:p>
      </dgm:t>
    </dgm:pt>
    <dgm:pt modelId="{055E0302-52AA-499A-8A74-CEBAF6EBEADC}" cxnId="{2326E221-A482-49D8-AC6F-1F284EBF2751}" type="sibTrans">
      <dgm:prSet/>
      <dgm:spPr/>
      <dgm:t>
        <a:bodyPr/>
        <a:lstStyle/>
        <a:p>
          <a:endParaRPr lang="en-US"/>
        </a:p>
      </dgm:t>
    </dgm:pt>
    <dgm:pt modelId="{54DF9CB9-B1A0-4ECD-BAFA-33678FEA3526}">
      <dgm:prSet phldrT="[Text]"/>
      <dgm:spPr/>
      <dgm:t>
        <a:bodyPr/>
        <a:lstStyle/>
        <a:p>
          <a:r>
            <a:rPr lang="en-US" dirty="0" smtClean="0"/>
            <a:t>To condense a long detail passage</a:t>
          </a:r>
          <a:endParaRPr lang="en-US" dirty="0"/>
        </a:p>
      </dgm:t>
    </dgm:pt>
    <dgm:pt modelId="{7B552015-0DA9-492E-8C12-0FBACF88E0FB}" cxnId="{73EFCF48-A70B-4575-97FE-B3779846B382}" type="parTrans">
      <dgm:prSet/>
      <dgm:spPr/>
      <dgm:t>
        <a:bodyPr/>
        <a:lstStyle/>
        <a:p>
          <a:endParaRPr lang="en-US"/>
        </a:p>
      </dgm:t>
    </dgm:pt>
    <dgm:pt modelId="{2C560E99-543E-4A50-BCCF-3BC20C8F48D7}" cxnId="{73EFCF48-A70B-4575-97FE-B3779846B382}" type="sibTrans">
      <dgm:prSet/>
      <dgm:spPr/>
      <dgm:t>
        <a:bodyPr/>
        <a:lstStyle/>
        <a:p>
          <a:endParaRPr lang="en-US"/>
        </a:p>
      </dgm:t>
    </dgm:pt>
    <dgm:pt modelId="{0B4F68E1-9947-4FDF-8205-D47F15F94D4F}">
      <dgm:prSet phldrT="[Text]" custT="1"/>
      <dgm:spPr/>
      <dgm:t>
        <a:bodyPr/>
        <a:lstStyle/>
        <a:p>
          <a:r>
            <a:rPr lang="en-US" sz="4400" b="1" dirty="0" smtClean="0">
              <a:solidFill>
                <a:schemeClr val="accent5">
                  <a:lumMod val="20000"/>
                  <a:lumOff val="80000"/>
                </a:schemeClr>
              </a:solidFill>
            </a:rPr>
            <a:t>Quote</a:t>
          </a:r>
          <a:endParaRPr lang="en-US" sz="4400" b="1" dirty="0">
            <a:solidFill>
              <a:schemeClr val="accent5">
                <a:lumMod val="20000"/>
                <a:lumOff val="80000"/>
              </a:schemeClr>
            </a:solidFill>
          </a:endParaRPr>
        </a:p>
      </dgm:t>
    </dgm:pt>
    <dgm:pt modelId="{3CC8A4D5-1AA8-48EF-9E9C-9B306060D28D}" cxnId="{299F1E94-C15F-4A04-9A67-95289682072F}" type="parTrans">
      <dgm:prSet/>
      <dgm:spPr/>
      <dgm:t>
        <a:bodyPr/>
        <a:lstStyle/>
        <a:p>
          <a:endParaRPr lang="en-US"/>
        </a:p>
      </dgm:t>
    </dgm:pt>
    <dgm:pt modelId="{711223A5-C4C1-4F6E-B140-58B17A453CC6}" cxnId="{299F1E94-C15F-4A04-9A67-95289682072F}" type="sibTrans">
      <dgm:prSet/>
      <dgm:spPr/>
      <dgm:t>
        <a:bodyPr/>
        <a:lstStyle/>
        <a:p>
          <a:endParaRPr lang="en-US"/>
        </a:p>
      </dgm:t>
    </dgm:pt>
    <dgm:pt modelId="{AB522FE7-BDAA-4A66-B34B-96EB3CF12973}">
      <dgm:prSet phldrT="[Text]"/>
      <dgm:spPr/>
      <dgm:t>
        <a:bodyPr/>
        <a:lstStyle/>
        <a:p>
          <a:r>
            <a:rPr lang="en-US" dirty="0" smtClean="0"/>
            <a:t>To use the exact words of the original.</a:t>
          </a:r>
          <a:endParaRPr lang="en-US" dirty="0"/>
        </a:p>
      </dgm:t>
    </dgm:pt>
    <dgm:pt modelId="{6A2F616E-13EB-4C9A-99D0-9BDA01D9CC6A}" cxnId="{A9A4A17D-FCE1-426E-A1A9-BCDA76B7EC72}" type="parTrans">
      <dgm:prSet/>
      <dgm:spPr/>
      <dgm:t>
        <a:bodyPr/>
        <a:lstStyle/>
        <a:p>
          <a:endParaRPr lang="en-US"/>
        </a:p>
      </dgm:t>
    </dgm:pt>
    <dgm:pt modelId="{F01AC6D6-665B-47B3-9735-90E92A3DF6FD}" cxnId="{A9A4A17D-FCE1-426E-A1A9-BCDA76B7EC72}" type="sibTrans">
      <dgm:prSet/>
      <dgm:spPr/>
      <dgm:t>
        <a:bodyPr/>
        <a:lstStyle/>
        <a:p>
          <a:endParaRPr lang="en-US"/>
        </a:p>
      </dgm:t>
    </dgm:pt>
    <dgm:pt modelId="{CAA3E891-2584-4E1A-A1EF-40223761B6B4}" type="pres">
      <dgm:prSet presAssocID="{B7D7A2D5-3786-4041-AE2F-2DD1B9C573A6}" presName="linear" presStyleCnt="0">
        <dgm:presLayoutVars>
          <dgm:animLvl val="lvl"/>
          <dgm:resizeHandles val="exact"/>
        </dgm:presLayoutVars>
      </dgm:prSet>
      <dgm:spPr/>
    </dgm:pt>
    <dgm:pt modelId="{79BD7DA1-CC7F-4390-8EF4-35A6C30EA0FF}" type="pres">
      <dgm:prSet presAssocID="{0E2CB9F2-4053-4E78-8BB3-2BCDF51FD019}" presName="parentText" presStyleLbl="node1" presStyleIdx="0" presStyleCnt="3">
        <dgm:presLayoutVars>
          <dgm:chMax val="0"/>
          <dgm:bulletEnabled val="1"/>
        </dgm:presLayoutVars>
      </dgm:prSet>
      <dgm:spPr/>
    </dgm:pt>
    <dgm:pt modelId="{30E11B8B-502D-43A1-B61F-25152C3B1E13}" type="pres">
      <dgm:prSet presAssocID="{0E2CB9F2-4053-4E78-8BB3-2BCDF51FD019}" presName="childText" presStyleLbl="revTx" presStyleIdx="0" presStyleCnt="3">
        <dgm:presLayoutVars>
          <dgm:bulletEnabled val="1"/>
        </dgm:presLayoutVars>
      </dgm:prSet>
      <dgm:spPr/>
    </dgm:pt>
    <dgm:pt modelId="{5E3B136A-D1E4-4698-A240-078A7B74B334}" type="pres">
      <dgm:prSet presAssocID="{CCB76442-1253-4291-BA15-12BBCD5F37FE}" presName="parentText" presStyleLbl="node1" presStyleIdx="1" presStyleCnt="3">
        <dgm:presLayoutVars>
          <dgm:chMax val="0"/>
          <dgm:bulletEnabled val="1"/>
        </dgm:presLayoutVars>
      </dgm:prSet>
      <dgm:spPr/>
    </dgm:pt>
    <dgm:pt modelId="{620AFE1B-25F6-44A0-B357-DC63CD951C9A}" type="pres">
      <dgm:prSet presAssocID="{CCB76442-1253-4291-BA15-12BBCD5F37FE}" presName="childText" presStyleLbl="revTx" presStyleIdx="1" presStyleCnt="3">
        <dgm:presLayoutVars>
          <dgm:bulletEnabled val="1"/>
        </dgm:presLayoutVars>
      </dgm:prSet>
      <dgm:spPr/>
    </dgm:pt>
    <dgm:pt modelId="{CA68EFB2-D40C-4844-8A85-FC7632FA723F}" type="pres">
      <dgm:prSet presAssocID="{0B4F68E1-9947-4FDF-8205-D47F15F94D4F}" presName="parentText" presStyleLbl="node1" presStyleIdx="2" presStyleCnt="3">
        <dgm:presLayoutVars>
          <dgm:chMax val="0"/>
          <dgm:bulletEnabled val="1"/>
        </dgm:presLayoutVars>
      </dgm:prSet>
      <dgm:spPr/>
    </dgm:pt>
    <dgm:pt modelId="{F4EB646D-DBB1-49C1-AC90-632157C943A5}" type="pres">
      <dgm:prSet presAssocID="{0B4F68E1-9947-4FDF-8205-D47F15F94D4F}" presName="childText" presStyleLbl="revTx" presStyleIdx="2" presStyleCnt="3">
        <dgm:presLayoutVars>
          <dgm:bulletEnabled val="1"/>
        </dgm:presLayoutVars>
      </dgm:prSet>
      <dgm:spPr/>
    </dgm:pt>
  </dgm:ptLst>
  <dgm:cxnLst>
    <dgm:cxn modelId="{5DC5B877-8122-425F-83F8-1C720965FE9A}" type="presOf" srcId="{AB522FE7-BDAA-4A66-B34B-96EB3CF12973}" destId="{F4EB646D-DBB1-49C1-AC90-632157C943A5}" srcOrd="0" destOrd="0" presId="urn:microsoft.com/office/officeart/2005/8/layout/vList2"/>
    <dgm:cxn modelId="{94252C9C-4C4D-4232-81A1-0297D55DE936}" type="presOf" srcId="{56F6C3A8-E915-4DD8-915C-43C2DBFDE501}" destId="{30E11B8B-502D-43A1-B61F-25152C3B1E13}" srcOrd="0" destOrd="0" presId="urn:microsoft.com/office/officeart/2005/8/layout/vList2"/>
    <dgm:cxn modelId="{D37C2CB9-1E35-4287-A85C-B17C4BD4A476}" type="presOf" srcId="{0E2CB9F2-4053-4E78-8BB3-2BCDF51FD019}" destId="{79BD7DA1-CC7F-4390-8EF4-35A6C30EA0FF}" srcOrd="0" destOrd="0" presId="urn:microsoft.com/office/officeart/2005/8/layout/vList2"/>
    <dgm:cxn modelId="{7E2BDA63-BD2A-4109-9256-98FE4C3D9DED}" srcId="{B7D7A2D5-3786-4041-AE2F-2DD1B9C573A6}" destId="{0E2CB9F2-4053-4E78-8BB3-2BCDF51FD019}" srcOrd="0" destOrd="0" parTransId="{12EF09E9-7836-4359-A83B-169E40BE2226}" sibTransId="{2CB1F464-365B-42A1-A7AF-19A14FF38209}"/>
    <dgm:cxn modelId="{21CEC542-54E0-4FC1-9258-90C503E14C51}" type="presOf" srcId="{0B4F68E1-9947-4FDF-8205-D47F15F94D4F}" destId="{CA68EFB2-D40C-4844-8A85-FC7632FA723F}" srcOrd="0" destOrd="0" presId="urn:microsoft.com/office/officeart/2005/8/layout/vList2"/>
    <dgm:cxn modelId="{A9A4A17D-FCE1-426E-A1A9-BCDA76B7EC72}" srcId="{0B4F68E1-9947-4FDF-8205-D47F15F94D4F}" destId="{AB522FE7-BDAA-4A66-B34B-96EB3CF12973}" srcOrd="0" destOrd="0" parTransId="{6A2F616E-13EB-4C9A-99D0-9BDA01D9CC6A}" sibTransId="{F01AC6D6-665B-47B3-9735-90E92A3DF6FD}"/>
    <dgm:cxn modelId="{5DF42B30-52D4-4F6C-9F6C-7854FA86B7D5}" type="presOf" srcId="{CCB76442-1253-4291-BA15-12BBCD5F37FE}" destId="{5E3B136A-D1E4-4698-A240-078A7B74B334}" srcOrd="0" destOrd="0" presId="urn:microsoft.com/office/officeart/2005/8/layout/vList2"/>
    <dgm:cxn modelId="{6D2D99D2-053B-48A3-A2F7-7BE87903315A}" srcId="{0E2CB9F2-4053-4E78-8BB3-2BCDF51FD019}" destId="{56F6C3A8-E915-4DD8-915C-43C2DBFDE501}" srcOrd="0" destOrd="0" parTransId="{8EEB9B3E-F1DE-4DD9-9C43-C51C0412A36C}" sibTransId="{BC4BC826-F94D-42BC-85B8-8BDBC3FB7661}"/>
    <dgm:cxn modelId="{73EFCF48-A70B-4575-97FE-B3779846B382}" srcId="{CCB76442-1253-4291-BA15-12BBCD5F37FE}" destId="{54DF9CB9-B1A0-4ECD-BAFA-33678FEA3526}" srcOrd="0" destOrd="0" parTransId="{7B552015-0DA9-492E-8C12-0FBACF88E0FB}" sibTransId="{2C560E99-543E-4A50-BCCF-3BC20C8F48D7}"/>
    <dgm:cxn modelId="{712C7414-BFB4-4D06-8533-B7B525CE1E00}" type="presOf" srcId="{B7D7A2D5-3786-4041-AE2F-2DD1B9C573A6}" destId="{CAA3E891-2584-4E1A-A1EF-40223761B6B4}" srcOrd="0" destOrd="0" presId="urn:microsoft.com/office/officeart/2005/8/layout/vList2"/>
    <dgm:cxn modelId="{1437B25D-8F1B-4E0F-BF7F-A6DF829DCBE4}" type="presOf" srcId="{54DF9CB9-B1A0-4ECD-BAFA-33678FEA3526}" destId="{620AFE1B-25F6-44A0-B357-DC63CD951C9A}" srcOrd="0" destOrd="0" presId="urn:microsoft.com/office/officeart/2005/8/layout/vList2"/>
    <dgm:cxn modelId="{2326E221-A482-49D8-AC6F-1F284EBF2751}" srcId="{B7D7A2D5-3786-4041-AE2F-2DD1B9C573A6}" destId="{CCB76442-1253-4291-BA15-12BBCD5F37FE}" srcOrd="1" destOrd="0" parTransId="{8A4936C0-93B0-47E6-A26C-4F2430031B30}" sibTransId="{055E0302-52AA-499A-8A74-CEBAF6EBEADC}"/>
    <dgm:cxn modelId="{299F1E94-C15F-4A04-9A67-95289682072F}" srcId="{B7D7A2D5-3786-4041-AE2F-2DD1B9C573A6}" destId="{0B4F68E1-9947-4FDF-8205-D47F15F94D4F}" srcOrd="2" destOrd="0" parTransId="{3CC8A4D5-1AA8-48EF-9E9C-9B306060D28D}" sibTransId="{711223A5-C4C1-4F6E-B140-58B17A453CC6}"/>
    <dgm:cxn modelId="{FDCF957D-E10C-4161-8617-5A464D084CB6}" type="presParOf" srcId="{CAA3E891-2584-4E1A-A1EF-40223761B6B4}" destId="{79BD7DA1-CC7F-4390-8EF4-35A6C30EA0FF}" srcOrd="0" destOrd="0" presId="urn:microsoft.com/office/officeart/2005/8/layout/vList2"/>
    <dgm:cxn modelId="{52D80BB7-3AC9-4543-963E-0EE8707A5CA8}" type="presParOf" srcId="{CAA3E891-2584-4E1A-A1EF-40223761B6B4}" destId="{30E11B8B-502D-43A1-B61F-25152C3B1E13}" srcOrd="1" destOrd="0" presId="urn:microsoft.com/office/officeart/2005/8/layout/vList2"/>
    <dgm:cxn modelId="{6337A471-BFC8-4928-9906-703C884B8939}" type="presParOf" srcId="{CAA3E891-2584-4E1A-A1EF-40223761B6B4}" destId="{5E3B136A-D1E4-4698-A240-078A7B74B334}" srcOrd="2" destOrd="0" presId="urn:microsoft.com/office/officeart/2005/8/layout/vList2"/>
    <dgm:cxn modelId="{1B51B5E6-0820-4689-AE47-10A1EAAAECB5}" type="presParOf" srcId="{CAA3E891-2584-4E1A-A1EF-40223761B6B4}" destId="{620AFE1B-25F6-44A0-B357-DC63CD951C9A}" srcOrd="3" destOrd="0" presId="urn:microsoft.com/office/officeart/2005/8/layout/vList2"/>
    <dgm:cxn modelId="{B82BB305-6F15-4AD2-A5C6-411554613F3F}" type="presParOf" srcId="{CAA3E891-2584-4E1A-A1EF-40223761B6B4}" destId="{CA68EFB2-D40C-4844-8A85-FC7632FA723F}" srcOrd="4" destOrd="0" presId="urn:microsoft.com/office/officeart/2005/8/layout/vList2"/>
    <dgm:cxn modelId="{FBE78265-ECAD-4510-866E-34E49BEA06C5}" type="presParOf" srcId="{CAA3E891-2584-4E1A-A1EF-40223761B6B4}" destId="{F4EB646D-DBB1-49C1-AC90-632157C943A5}" srcOrd="5"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128000" cy="3947583"/>
        <a:chOff x="0" y="0"/>
        <a:chExt cx="8128000" cy="3947583"/>
      </a:xfrm>
      <a:scene3d>
        <a:camera prst="isometricOffAxis2Left" zoom="95000"/>
        <a:lightRig rig="flat" dir="t"/>
      </a:scene3d>
    </dsp:grpSpPr>
    <dsp:sp modelId="{5FD787AC-B348-40BE-BA4F-C072A645C13B}">
      <dsp:nvSpPr>
        <dsp:cNvPr id="3" name="Flowchart: Manual Operation 2"/>
        <dsp:cNvSpPr/>
      </dsp:nvSpPr>
      <dsp:spPr bwMode="white">
        <a:xfrm rot="-5400000">
          <a:off x="-683633" y="683633"/>
          <a:ext cx="3947583" cy="2580317"/>
        </a:xfrm>
        <a:prstGeom prst="flowChartManualOperation">
          <a:avLst/>
        </a:prstGeom>
        <a:sp3d extrusionH="381000" contourW="38100" prstMaterial="matte">
          <a:contourClr>
            <a:schemeClr val="lt1"/>
          </a:contourClr>
        </a:sp3d>
      </dsp:spPr>
      <dsp:style>
        <a:lnRef idx="0">
          <a:schemeClr val="lt1"/>
        </a:lnRef>
        <a:fillRef idx="1">
          <a:schemeClr val="accent3">
            <a:hueOff val="0"/>
            <a:satOff val="0"/>
            <a:lumOff val="0"/>
            <a:alpha val="100000"/>
          </a:schemeClr>
        </a:fillRef>
        <a:effectRef idx="0">
          <a:scrgbClr r="0" g="0" b="0"/>
        </a:effectRef>
        <a:fontRef idx="minor">
          <a:schemeClr val="lt1"/>
        </a:fontRef>
      </dsp:style>
      <dsp:txBody>
        <a:bodyPr rot="5400000" lIns="234950" tIns="0" rIns="234950" bIns="0" anchor="ctr"/>
        <a:lstStyle>
          <a:lvl1pPr algn="ctr">
            <a:defRPr sz="37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dirty="0" smtClean="0"/>
            <a:t>Paraphrase </a:t>
          </a:r>
          <a:endParaRPr lang="en-US" dirty="0"/>
        </a:p>
      </dsp:txBody>
      <dsp:txXfrm rot="-5400000">
        <a:off x="-683633" y="683633"/>
        <a:ext cx="3947583" cy="2580317"/>
      </dsp:txXfrm>
    </dsp:sp>
    <dsp:sp modelId="{8631EA42-8E2A-4571-A1A8-E1928C8AF9A7}">
      <dsp:nvSpPr>
        <dsp:cNvPr id="4" name="Flowchart: Manual Operation 3"/>
        <dsp:cNvSpPr/>
      </dsp:nvSpPr>
      <dsp:spPr bwMode="white">
        <a:xfrm rot="-5400000">
          <a:off x="2071154" y="683633"/>
          <a:ext cx="3947583" cy="2580317"/>
        </a:xfrm>
        <a:prstGeom prst="flowChartManualOperation">
          <a:avLst/>
        </a:prstGeom>
        <a:sp3d extrusionH="381000" contourW="38100" prstMaterial="matte">
          <a:contourClr>
            <a:schemeClr val="lt1"/>
          </a:contourClr>
        </a:sp3d>
      </dsp:spPr>
      <dsp:style>
        <a:lnRef idx="0">
          <a:schemeClr val="lt1"/>
        </a:lnRef>
        <a:fillRef idx="1">
          <a:schemeClr val="accent3">
            <a:hueOff val="-4200000"/>
            <a:satOff val="-23724"/>
            <a:lumOff val="8824"/>
            <a:alpha val="100000"/>
          </a:schemeClr>
        </a:fillRef>
        <a:effectRef idx="0">
          <a:scrgbClr r="0" g="0" b="0"/>
        </a:effectRef>
        <a:fontRef idx="minor">
          <a:schemeClr val="lt1"/>
        </a:fontRef>
      </dsp:style>
      <dsp:txBody>
        <a:bodyPr rot="5400000" lIns="234950" tIns="0" rIns="234950" bIns="0" anchor="ctr"/>
        <a:lstStyle>
          <a:lvl1pPr algn="ctr">
            <a:defRPr sz="37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dirty="0" smtClean="0"/>
            <a:t>Quote </a:t>
          </a:r>
          <a:endParaRPr lang="en-US" dirty="0"/>
        </a:p>
      </dsp:txBody>
      <dsp:txXfrm rot="-5400000">
        <a:off x="2071154" y="683633"/>
        <a:ext cx="3947583" cy="2580317"/>
      </dsp:txXfrm>
    </dsp:sp>
    <dsp:sp modelId="{88B3F769-6C4B-445F-B521-5F73E8600957}">
      <dsp:nvSpPr>
        <dsp:cNvPr id="5" name="Flowchart: Manual Operation 4"/>
        <dsp:cNvSpPr/>
      </dsp:nvSpPr>
      <dsp:spPr bwMode="white">
        <a:xfrm rot="-5400000">
          <a:off x="4864050" y="683633"/>
          <a:ext cx="3947583" cy="2580317"/>
        </a:xfrm>
        <a:prstGeom prst="flowChartManualOperation">
          <a:avLst/>
        </a:prstGeom>
        <a:sp3d extrusionH="381000" contourW="38100" prstMaterial="matte">
          <a:contourClr>
            <a:schemeClr val="lt1"/>
          </a:contourClr>
        </a:sp3d>
      </dsp:spPr>
      <dsp:style>
        <a:lnRef idx="0">
          <a:schemeClr val="lt1"/>
        </a:lnRef>
        <a:fillRef idx="1">
          <a:schemeClr val="accent3">
            <a:hueOff val="-8400000"/>
            <a:satOff val="-47450"/>
            <a:lumOff val="17647"/>
            <a:alpha val="100000"/>
          </a:schemeClr>
        </a:fillRef>
        <a:effectRef idx="0">
          <a:scrgbClr r="0" g="0" b="0"/>
        </a:effectRef>
        <a:fontRef idx="minor">
          <a:schemeClr val="lt1"/>
        </a:fontRef>
      </dsp:style>
      <dsp:txBody>
        <a:bodyPr rot="5400000" lIns="234950" tIns="0" rIns="234950" bIns="0" anchor="ctr"/>
        <a:lstStyle>
          <a:lvl1pPr algn="ctr">
            <a:defRPr sz="37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dirty="0" smtClean="0"/>
            <a:t>Summarize </a:t>
          </a:r>
          <a:endParaRPr lang="en-US" dirty="0"/>
        </a:p>
      </dsp:txBody>
      <dsp:txXfrm rot="-5400000">
        <a:off x="4864050" y="683633"/>
        <a:ext cx="3947583" cy="2580317"/>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128000" cy="5730949"/>
        <a:chOff x="0" y="0"/>
        <a:chExt cx="8128000" cy="5730949"/>
      </a:xfrm>
    </dsp:grpSpPr>
    <dsp:sp modelId="{6EE2FAAF-9747-4B1D-A2A8-8D557B1786A3}">
      <dsp:nvSpPr>
        <dsp:cNvPr id="3" name="Rounded Rectangle 2"/>
        <dsp:cNvSpPr/>
      </dsp:nvSpPr>
      <dsp:spPr bwMode="white">
        <a:xfrm>
          <a:off x="7144" y="86953"/>
          <a:ext cx="2139156" cy="1283494"/>
        </a:xfrm>
        <a:prstGeom prst="roundRect">
          <a:avLst>
            <a:gd name="adj" fmla="val 10000"/>
          </a:avLst>
        </a:prstGeom>
        <a:sp3d prstMaterial="plastic">
          <a:bevelT w="120900" h="88900"/>
          <a:bevelB w="88900" h="31750" prst="angle"/>
        </a:sp3d>
      </dsp:spPr>
      <dsp:style>
        <a:lnRef idx="0">
          <a:schemeClr val="lt1"/>
        </a:lnRef>
        <a:fillRef idx="3">
          <a:schemeClr val="accent3">
            <a:hueOff val="0"/>
            <a:satOff val="0"/>
            <a:lumOff val="0"/>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smtClean="0">
              <a:latin typeface="Arial" panose="020B0604020202020204" pitchFamily="34" charset="0"/>
              <a:cs typeface="Arial" panose="020B0604020202020204" pitchFamily="34" charset="0"/>
            </a:rPr>
            <a:t>Identify the theme</a:t>
          </a:r>
          <a:endParaRPr lang="en-US" sz="2000" dirty="0">
            <a:latin typeface="Arial" panose="020B0604020202020204" pitchFamily="34" charset="0"/>
            <a:cs typeface="Arial" panose="020B0604020202020204" pitchFamily="34" charset="0"/>
          </a:endParaRPr>
        </a:p>
      </dsp:txBody>
      <dsp:txXfrm>
        <a:off x="7144" y="86953"/>
        <a:ext cx="2139156" cy="1283494"/>
      </dsp:txXfrm>
    </dsp:sp>
    <dsp:sp modelId="{2D466A56-ADA6-4A45-B507-534A704E5807}">
      <dsp:nvSpPr>
        <dsp:cNvPr id="4" name="Right Arrow 3"/>
        <dsp:cNvSpPr/>
      </dsp:nvSpPr>
      <dsp:spPr bwMode="white">
        <a:xfrm>
          <a:off x="2347381" y="463444"/>
          <a:ext cx="453501" cy="530511"/>
        </a:xfrm>
        <a:prstGeom prst="rightArrow">
          <a:avLst>
            <a:gd name="adj1" fmla="val 60000"/>
            <a:gd name="adj2" fmla="val 50000"/>
          </a:avLst>
        </a:prstGeom>
        <a:sp3d z="-80000" prstMaterial="plastic">
          <a:bevelT w="50800" h="50800"/>
          <a:bevelB w="25400" h="25400" prst="angle"/>
        </a:sp3d>
      </dsp:spPr>
      <dsp:style>
        <a:lnRef idx="0">
          <a:schemeClr val="lt1"/>
        </a:lnRef>
        <a:fillRef idx="3">
          <a:schemeClr val="accent3">
            <a:hueOff val="0"/>
            <a:satOff val="0"/>
            <a:lumOff val="0"/>
            <a:alpha val="100000"/>
          </a:schemeClr>
        </a:fillRef>
        <a:effectRef idx="2">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en-US" sz="1600">
            <a:latin typeface="Arial" panose="020B0604020202020204" pitchFamily="34" charset="0"/>
            <a:cs typeface="Arial" panose="020B0604020202020204" pitchFamily="34" charset="0"/>
          </a:endParaRPr>
        </a:p>
      </dsp:txBody>
      <dsp:txXfrm>
        <a:off x="2347381" y="463444"/>
        <a:ext cx="453501" cy="530511"/>
      </dsp:txXfrm>
    </dsp:sp>
    <dsp:sp modelId="{9AB8D400-DDC5-430E-BD05-2D85F3102BF8}">
      <dsp:nvSpPr>
        <dsp:cNvPr id="5" name="Rounded Rectangle 4"/>
        <dsp:cNvSpPr/>
      </dsp:nvSpPr>
      <dsp:spPr bwMode="white">
        <a:xfrm>
          <a:off x="3001963" y="86953"/>
          <a:ext cx="2139156" cy="1283494"/>
        </a:xfrm>
        <a:prstGeom prst="roundRect">
          <a:avLst>
            <a:gd name="adj" fmla="val 10000"/>
          </a:avLst>
        </a:prstGeom>
        <a:sp3d prstMaterial="plastic">
          <a:bevelT w="120900" h="88900"/>
          <a:bevelB w="88900" h="31750" prst="angle"/>
        </a:sp3d>
      </dsp:spPr>
      <dsp:style>
        <a:lnRef idx="0">
          <a:schemeClr val="lt1"/>
        </a:lnRef>
        <a:fillRef idx="3">
          <a:schemeClr val="accent3">
            <a:hueOff val="-1400000"/>
            <a:satOff val="-7907"/>
            <a:lumOff val="2941"/>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smtClean="0">
              <a:latin typeface="Arial" panose="020B0604020202020204" pitchFamily="34" charset="0"/>
              <a:cs typeface="Arial" panose="020B0604020202020204" pitchFamily="34" charset="0"/>
            </a:rPr>
            <a:t>Read </a:t>
          </a:r>
          <a:endParaRPr lang="en-US" sz="2000" dirty="0">
            <a:latin typeface="Arial" panose="020B0604020202020204" pitchFamily="34" charset="0"/>
            <a:cs typeface="Arial" panose="020B0604020202020204" pitchFamily="34" charset="0"/>
          </a:endParaRPr>
        </a:p>
      </dsp:txBody>
      <dsp:txXfrm>
        <a:off x="3001963" y="86953"/>
        <a:ext cx="2139156" cy="1283494"/>
      </dsp:txXfrm>
    </dsp:sp>
    <dsp:sp modelId="{81C3B1B4-8873-4CF3-89A3-54B7EB059E68}">
      <dsp:nvSpPr>
        <dsp:cNvPr id="6" name="Right Arrow 5"/>
        <dsp:cNvSpPr/>
      </dsp:nvSpPr>
      <dsp:spPr bwMode="white">
        <a:xfrm>
          <a:off x="5342199" y="463444"/>
          <a:ext cx="453501" cy="530511"/>
        </a:xfrm>
        <a:prstGeom prst="rightArrow">
          <a:avLst>
            <a:gd name="adj1" fmla="val 60000"/>
            <a:gd name="adj2" fmla="val 50000"/>
          </a:avLst>
        </a:prstGeom>
        <a:sp3d z="-80000" prstMaterial="plastic">
          <a:bevelT w="50800" h="50800"/>
          <a:bevelB w="25400" h="25400" prst="angle"/>
        </a:sp3d>
      </dsp:spPr>
      <dsp:style>
        <a:lnRef idx="0">
          <a:schemeClr val="lt1"/>
        </a:lnRef>
        <a:fillRef idx="3">
          <a:schemeClr val="accent3">
            <a:hueOff val="-1680000"/>
            <a:satOff val="-9489"/>
            <a:lumOff val="3529"/>
            <a:alpha val="100000"/>
          </a:schemeClr>
        </a:fillRef>
        <a:effectRef idx="2">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en-US" sz="1600">
            <a:latin typeface="Arial" panose="020B0604020202020204" pitchFamily="34" charset="0"/>
            <a:cs typeface="Arial" panose="020B0604020202020204" pitchFamily="34" charset="0"/>
          </a:endParaRPr>
        </a:p>
      </dsp:txBody>
      <dsp:txXfrm>
        <a:off x="5342199" y="463444"/>
        <a:ext cx="453501" cy="530511"/>
      </dsp:txXfrm>
    </dsp:sp>
    <dsp:sp modelId="{E2249144-29B5-4B7F-9E12-508519E7A788}">
      <dsp:nvSpPr>
        <dsp:cNvPr id="7" name="Rounded Rectangle 6"/>
        <dsp:cNvSpPr/>
      </dsp:nvSpPr>
      <dsp:spPr bwMode="white">
        <a:xfrm>
          <a:off x="5996781" y="86953"/>
          <a:ext cx="2139156" cy="1283494"/>
        </a:xfrm>
        <a:prstGeom prst="roundRect">
          <a:avLst>
            <a:gd name="adj" fmla="val 10000"/>
          </a:avLst>
        </a:prstGeom>
        <a:sp3d prstMaterial="plastic">
          <a:bevelT w="120900" h="88900"/>
          <a:bevelB w="88900" h="31750" prst="angle"/>
        </a:sp3d>
      </dsp:spPr>
      <dsp:style>
        <a:lnRef idx="0">
          <a:schemeClr val="lt1"/>
        </a:lnRef>
        <a:fillRef idx="3">
          <a:schemeClr val="accent3">
            <a:hueOff val="-2800000"/>
            <a:satOff val="-15816"/>
            <a:lumOff val="5882"/>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smtClean="0">
              <a:latin typeface="Arial" panose="020B0604020202020204" pitchFamily="34" charset="0"/>
              <a:cs typeface="Arial" panose="020B0604020202020204" pitchFamily="34" charset="0"/>
            </a:rPr>
            <a:t>Note the source: title, author, page number, url, date of access</a:t>
          </a:r>
          <a:endParaRPr lang="en-US" sz="2000" dirty="0">
            <a:latin typeface="Arial" panose="020B0604020202020204" pitchFamily="34" charset="0"/>
            <a:cs typeface="Arial" panose="020B0604020202020204" pitchFamily="34" charset="0"/>
          </a:endParaRPr>
        </a:p>
      </dsp:txBody>
      <dsp:txXfrm>
        <a:off x="5996781" y="86953"/>
        <a:ext cx="2139156" cy="1283494"/>
      </dsp:txXfrm>
    </dsp:sp>
    <dsp:sp modelId="{4F2AE3AF-046A-4D2A-9EDE-24D6D1A13EB5}">
      <dsp:nvSpPr>
        <dsp:cNvPr id="8" name="Right Arrow 7"/>
        <dsp:cNvSpPr/>
      </dsp:nvSpPr>
      <dsp:spPr bwMode="white">
        <a:xfrm rot="5424263">
          <a:off x="6832694" y="1531832"/>
          <a:ext cx="452250" cy="530511"/>
        </a:xfrm>
        <a:prstGeom prst="rightArrow">
          <a:avLst>
            <a:gd name="adj1" fmla="val 60000"/>
            <a:gd name="adj2" fmla="val 50000"/>
          </a:avLst>
        </a:prstGeom>
        <a:sp3d z="-80000" prstMaterial="plastic">
          <a:bevelT w="50800" h="50800"/>
          <a:bevelB w="25400" h="25400" prst="angle"/>
        </a:sp3d>
      </dsp:spPr>
      <dsp:style>
        <a:lnRef idx="0">
          <a:schemeClr val="lt1"/>
        </a:lnRef>
        <a:fillRef idx="3">
          <a:schemeClr val="accent3">
            <a:hueOff val="-3360000"/>
            <a:satOff val="-18979"/>
            <a:lumOff val="7059"/>
            <a:alpha val="100000"/>
          </a:schemeClr>
        </a:fillRef>
        <a:effectRef idx="2">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en-US" sz="1600">
            <a:latin typeface="Arial" panose="020B0604020202020204" pitchFamily="34" charset="0"/>
            <a:cs typeface="Arial" panose="020B0604020202020204" pitchFamily="34" charset="0"/>
          </a:endParaRPr>
        </a:p>
      </dsp:txBody>
      <dsp:txXfrm rot="5424263">
        <a:off x="6832694" y="1531832"/>
        <a:ext cx="452250" cy="530511"/>
      </dsp:txXfrm>
    </dsp:sp>
    <dsp:sp modelId="{DF201AE2-80A9-493F-8EA4-28766413088E}">
      <dsp:nvSpPr>
        <dsp:cNvPr id="9" name="Rounded Rectangle 8"/>
        <dsp:cNvSpPr/>
      </dsp:nvSpPr>
      <dsp:spPr bwMode="white">
        <a:xfrm>
          <a:off x="5981700" y="2223728"/>
          <a:ext cx="2139156" cy="1283494"/>
        </a:xfrm>
        <a:prstGeom prst="roundRect">
          <a:avLst>
            <a:gd name="adj" fmla="val 10000"/>
          </a:avLst>
        </a:prstGeom>
        <a:sp3d prstMaterial="plastic">
          <a:bevelT w="120900" h="88900"/>
          <a:bevelB w="88900" h="31750" prst="angle"/>
        </a:sp3d>
      </dsp:spPr>
      <dsp:style>
        <a:lnRef idx="0">
          <a:schemeClr val="lt1"/>
        </a:lnRef>
        <a:fillRef idx="3">
          <a:schemeClr val="accent3">
            <a:hueOff val="-4200000"/>
            <a:satOff val="-23724"/>
            <a:lumOff val="8824"/>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smtClean="0">
              <a:latin typeface="Arial" panose="020B0604020202020204" pitchFamily="34" charset="0"/>
              <a:cs typeface="Arial" panose="020B0604020202020204" pitchFamily="34" charset="0"/>
            </a:rPr>
            <a:t>Extract relevant info</a:t>
          </a:r>
          <a:endParaRPr lang="en-US" sz="2000" dirty="0">
            <a:latin typeface="Arial" panose="020B0604020202020204" pitchFamily="34" charset="0"/>
            <a:cs typeface="Arial" panose="020B0604020202020204" pitchFamily="34" charset="0"/>
          </a:endParaRPr>
        </a:p>
      </dsp:txBody>
      <dsp:txXfrm>
        <a:off x="5981700" y="2223728"/>
        <a:ext cx="2139156" cy="1283494"/>
      </dsp:txXfrm>
    </dsp:sp>
    <dsp:sp modelId="{00D1D1BC-3D72-493D-8681-71D09DFD2126}">
      <dsp:nvSpPr>
        <dsp:cNvPr id="10" name="Right Arrow 9"/>
        <dsp:cNvSpPr/>
      </dsp:nvSpPr>
      <dsp:spPr bwMode="white">
        <a:xfrm rot="10800000">
          <a:off x="5327118" y="2600219"/>
          <a:ext cx="453501" cy="530511"/>
        </a:xfrm>
        <a:prstGeom prst="rightArrow">
          <a:avLst>
            <a:gd name="adj1" fmla="val 60000"/>
            <a:gd name="adj2" fmla="val 50000"/>
          </a:avLst>
        </a:prstGeom>
        <a:sp3d z="-80000" prstMaterial="plastic">
          <a:bevelT w="50800" h="50800"/>
          <a:bevelB w="25400" h="25400" prst="angle"/>
        </a:sp3d>
      </dsp:spPr>
      <dsp:style>
        <a:lnRef idx="0">
          <a:schemeClr val="lt1"/>
        </a:lnRef>
        <a:fillRef idx="3">
          <a:schemeClr val="accent3">
            <a:hueOff val="-5040000"/>
            <a:satOff val="-28470"/>
            <a:lumOff val="10588"/>
            <a:alpha val="100000"/>
          </a:schemeClr>
        </a:fillRef>
        <a:effectRef idx="2">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en-US" sz="1600">
            <a:latin typeface="Arial" panose="020B0604020202020204" pitchFamily="34" charset="0"/>
            <a:cs typeface="Arial" panose="020B0604020202020204" pitchFamily="34" charset="0"/>
          </a:endParaRPr>
        </a:p>
      </dsp:txBody>
      <dsp:txXfrm rot="10800000">
        <a:off x="5327118" y="2600219"/>
        <a:ext cx="453501" cy="530511"/>
      </dsp:txXfrm>
    </dsp:sp>
    <dsp:sp modelId="{894873AB-F226-47D2-B0C1-B5F98AC08D65}">
      <dsp:nvSpPr>
        <dsp:cNvPr id="11" name="Rounded Rectangle 10"/>
        <dsp:cNvSpPr/>
      </dsp:nvSpPr>
      <dsp:spPr bwMode="white">
        <a:xfrm>
          <a:off x="2986881" y="2223728"/>
          <a:ext cx="2139156" cy="1283494"/>
        </a:xfrm>
        <a:prstGeom prst="roundRect">
          <a:avLst>
            <a:gd name="adj" fmla="val 10000"/>
          </a:avLst>
        </a:prstGeom>
        <a:sp3d prstMaterial="plastic">
          <a:bevelT w="120900" h="88900"/>
          <a:bevelB w="88900" h="31750" prst="angle"/>
        </a:sp3d>
      </dsp:spPr>
      <dsp:style>
        <a:lnRef idx="0">
          <a:schemeClr val="lt1"/>
        </a:lnRef>
        <a:fillRef idx="3">
          <a:schemeClr val="accent3">
            <a:hueOff val="-5600000"/>
            <a:satOff val="-31633"/>
            <a:lumOff val="11765"/>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smtClean="0">
              <a:latin typeface="Arial" panose="020B0604020202020204" pitchFamily="34" charset="0"/>
              <a:cs typeface="Arial" panose="020B0604020202020204" pitchFamily="34" charset="0"/>
            </a:rPr>
            <a:t>Re-write the ideas in own words</a:t>
          </a:r>
          <a:endParaRPr lang="en-US" sz="2000" dirty="0">
            <a:latin typeface="Arial" panose="020B0604020202020204" pitchFamily="34" charset="0"/>
            <a:cs typeface="Arial" panose="020B0604020202020204" pitchFamily="34" charset="0"/>
          </a:endParaRPr>
        </a:p>
      </dsp:txBody>
      <dsp:txXfrm>
        <a:off x="2986881" y="2223728"/>
        <a:ext cx="2139156" cy="1283494"/>
      </dsp:txXfrm>
    </dsp:sp>
    <dsp:sp modelId="{CF389200-29E2-4CFB-97E9-13CC6FC94396}">
      <dsp:nvSpPr>
        <dsp:cNvPr id="12" name="Right Arrow 11"/>
        <dsp:cNvSpPr/>
      </dsp:nvSpPr>
      <dsp:spPr bwMode="white">
        <a:xfrm rot="10800000">
          <a:off x="2332299" y="2600219"/>
          <a:ext cx="453501" cy="530511"/>
        </a:xfrm>
        <a:prstGeom prst="rightArrow">
          <a:avLst>
            <a:gd name="adj1" fmla="val 60000"/>
            <a:gd name="adj2" fmla="val 50000"/>
          </a:avLst>
        </a:prstGeom>
        <a:sp3d z="-80000" prstMaterial="plastic">
          <a:bevelT w="50800" h="50800"/>
          <a:bevelB w="25400" h="25400" prst="angle"/>
        </a:sp3d>
      </dsp:spPr>
      <dsp:style>
        <a:lnRef idx="0">
          <a:schemeClr val="lt1"/>
        </a:lnRef>
        <a:fillRef idx="3">
          <a:schemeClr val="accent3">
            <a:hueOff val="-6720000"/>
            <a:satOff val="-37960"/>
            <a:lumOff val="14118"/>
            <a:alpha val="100000"/>
          </a:schemeClr>
        </a:fillRef>
        <a:effectRef idx="2">
          <a:scrgbClr r="0" g="0" b="0"/>
        </a:effectRef>
        <a:fontRef idx="minor">
          <a:schemeClr val="lt1"/>
        </a:fontRef>
      </dsp:style>
      <dsp:txBody>
        <a:bodyPr rot="108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en-US" sz="1600">
            <a:latin typeface="Arial" panose="020B0604020202020204" pitchFamily="34" charset="0"/>
            <a:cs typeface="Arial" panose="020B0604020202020204" pitchFamily="34" charset="0"/>
          </a:endParaRPr>
        </a:p>
      </dsp:txBody>
      <dsp:txXfrm rot="10800000">
        <a:off x="2332299" y="2600219"/>
        <a:ext cx="453501" cy="530511"/>
      </dsp:txXfrm>
    </dsp:sp>
    <dsp:sp modelId="{DB411D7F-A629-4942-8D4E-DE01643B64B6}">
      <dsp:nvSpPr>
        <dsp:cNvPr id="13" name="Rounded Rectangle 12"/>
        <dsp:cNvSpPr/>
      </dsp:nvSpPr>
      <dsp:spPr bwMode="white">
        <a:xfrm>
          <a:off x="-7937" y="2223728"/>
          <a:ext cx="2139156" cy="1283494"/>
        </a:xfrm>
        <a:prstGeom prst="roundRect">
          <a:avLst>
            <a:gd name="adj" fmla="val 10000"/>
          </a:avLst>
        </a:prstGeom>
        <a:sp3d prstMaterial="plastic">
          <a:bevelT w="120900" h="88900"/>
          <a:bevelB w="88900" h="31750" prst="angle"/>
        </a:sp3d>
      </dsp:spPr>
      <dsp:style>
        <a:lnRef idx="0">
          <a:schemeClr val="lt1"/>
        </a:lnRef>
        <a:fillRef idx="3">
          <a:schemeClr val="accent3">
            <a:hueOff val="-7000000"/>
            <a:satOff val="-39541"/>
            <a:lumOff val="14706"/>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smtClean="0">
              <a:latin typeface="Arial" panose="020B0604020202020204" pitchFamily="34" charset="0"/>
              <a:cs typeface="Arial" panose="020B0604020202020204" pitchFamily="34" charset="0"/>
            </a:rPr>
            <a:t>Check for accuracy of original ideas</a:t>
          </a:r>
          <a:endParaRPr lang="en-US" sz="2000" dirty="0">
            <a:latin typeface="Arial" panose="020B0604020202020204" pitchFamily="34" charset="0"/>
            <a:cs typeface="Arial" panose="020B0604020202020204" pitchFamily="34" charset="0"/>
          </a:endParaRPr>
        </a:p>
      </dsp:txBody>
      <dsp:txXfrm>
        <a:off x="-7937" y="2223728"/>
        <a:ext cx="2139156" cy="1283494"/>
      </dsp:txXfrm>
    </dsp:sp>
    <dsp:sp modelId="{064D3B06-C6A1-410B-A343-14F529F6FCB8}">
      <dsp:nvSpPr>
        <dsp:cNvPr id="14" name="Right Arrow 13"/>
        <dsp:cNvSpPr/>
      </dsp:nvSpPr>
      <dsp:spPr bwMode="white">
        <a:xfrm rot="5375736">
          <a:off x="843056" y="3668607"/>
          <a:ext cx="452250" cy="530511"/>
        </a:xfrm>
        <a:prstGeom prst="rightArrow">
          <a:avLst>
            <a:gd name="adj1" fmla="val 60000"/>
            <a:gd name="adj2" fmla="val 50000"/>
          </a:avLst>
        </a:prstGeom>
        <a:sp3d z="-80000" prstMaterial="plastic">
          <a:bevelT w="50800" h="50800"/>
          <a:bevelB w="25400" h="25400" prst="angle"/>
        </a:sp3d>
      </dsp:spPr>
      <dsp:style>
        <a:lnRef idx="0">
          <a:schemeClr val="lt1"/>
        </a:lnRef>
        <a:fillRef idx="3">
          <a:schemeClr val="accent3">
            <a:hueOff val="-8400000"/>
            <a:satOff val="-47450"/>
            <a:lumOff val="17647"/>
            <a:alpha val="100000"/>
          </a:schemeClr>
        </a:fillRef>
        <a:effectRef idx="2">
          <a:scrgbClr r="0" g="0" b="0"/>
        </a:effectRef>
        <a:fontRef idx="minor">
          <a:schemeClr val="lt1"/>
        </a:fontRef>
      </dsp:style>
      <dsp:txBody>
        <a:bodyPr rot="-5400000"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en-US" sz="1600">
            <a:latin typeface="Arial" panose="020B0604020202020204" pitchFamily="34" charset="0"/>
            <a:cs typeface="Arial" panose="020B0604020202020204" pitchFamily="34" charset="0"/>
          </a:endParaRPr>
        </a:p>
      </dsp:txBody>
      <dsp:txXfrm rot="5375736">
        <a:off x="843056" y="3668607"/>
        <a:ext cx="452250" cy="530511"/>
      </dsp:txXfrm>
    </dsp:sp>
    <dsp:sp modelId="{9C5BB07B-C001-40DD-95E2-38006575ADC4}">
      <dsp:nvSpPr>
        <dsp:cNvPr id="15" name="Rounded Rectangle 14"/>
        <dsp:cNvSpPr/>
      </dsp:nvSpPr>
      <dsp:spPr bwMode="white">
        <a:xfrm>
          <a:off x="7144" y="4360503"/>
          <a:ext cx="2139156" cy="1283494"/>
        </a:xfrm>
        <a:prstGeom prst="roundRect">
          <a:avLst>
            <a:gd name="adj" fmla="val 10000"/>
          </a:avLst>
        </a:prstGeom>
        <a:sp3d prstMaterial="plastic">
          <a:bevelT w="120900" h="88900"/>
          <a:bevelB w="88900" h="31750" prst="angle"/>
        </a:sp3d>
      </dsp:spPr>
      <dsp:style>
        <a:lnRef idx="0">
          <a:schemeClr val="lt1"/>
        </a:lnRef>
        <a:fillRef idx="3">
          <a:schemeClr val="accent3">
            <a:hueOff val="-8400000"/>
            <a:satOff val="-47450"/>
            <a:lumOff val="17647"/>
            <a:alpha val="100000"/>
          </a:schemeClr>
        </a:fillRef>
        <a:effectRef idx="2">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dirty="0" smtClean="0">
              <a:latin typeface="Arial" panose="020B0604020202020204" pitchFamily="34" charset="0"/>
              <a:cs typeface="Arial" panose="020B0604020202020204" pitchFamily="34" charset="0"/>
            </a:rPr>
            <a:t>Connect all ideas into a coherent piece</a:t>
          </a:r>
          <a:endParaRPr lang="en-US" sz="2000" dirty="0">
            <a:latin typeface="Arial" panose="020B0604020202020204" pitchFamily="34" charset="0"/>
            <a:cs typeface="Arial" panose="020B0604020202020204" pitchFamily="34" charset="0"/>
          </a:endParaRPr>
        </a:p>
      </dsp:txBody>
      <dsp:txXfrm>
        <a:off x="7144" y="4360503"/>
        <a:ext cx="2139156" cy="1283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883607" cy="3880325"/>
        <a:chOff x="0" y="0"/>
        <a:chExt cx="3883607" cy="3880325"/>
      </a:xfrm>
    </dsp:grpSpPr>
    <dsp:sp modelId="{24D0FFFB-53A8-476A-8326-01ABAB1DAAC9}">
      <dsp:nvSpPr>
        <dsp:cNvPr id="3" name="Bent-Up Arrow 2"/>
        <dsp:cNvSpPr/>
      </dsp:nvSpPr>
      <dsp:spPr bwMode="white">
        <a:xfrm rot="5400000">
          <a:off x="345895" y="1891364"/>
          <a:ext cx="1250755" cy="1423940"/>
        </a:xfrm>
        <a:prstGeom prst="bentUpArrow">
          <a:avLst>
            <a:gd name="adj1" fmla="val 32840"/>
            <a:gd name="adj2" fmla="val 25000"/>
            <a:gd name="adj3" fmla="val 35780"/>
          </a:avLst>
        </a:prstGeom>
        <a:sp3d contourW="12700" prstMaterial="flat">
          <a:bevelT w="177800" h="254000"/>
          <a:bevelB w="152400"/>
        </a:sp3d>
      </dsp:spPr>
      <dsp:style>
        <a:lnRef idx="0">
          <a:schemeClr val="lt1"/>
        </a:lnRef>
        <a:fillRef idx="1">
          <a:schemeClr val="accent2">
            <a:tint val="50000"/>
          </a:schemeClr>
        </a:fillRef>
        <a:effectRef idx="1">
          <a:scrgbClr r="0" g="0" b="0"/>
        </a:effectRef>
        <a:fontRef idx="minor"/>
      </dsp:style>
      <dsp:txXfrm rot="5400000">
        <a:off x="345895" y="1891364"/>
        <a:ext cx="1250755" cy="1423940"/>
      </dsp:txXfrm>
    </dsp:sp>
    <dsp:sp modelId="{C077DBD6-ACCC-4E65-944B-7D895E2CB750}">
      <dsp:nvSpPr>
        <dsp:cNvPr id="4" name="Rounded Rectangle 3"/>
        <dsp:cNvSpPr/>
      </dsp:nvSpPr>
      <dsp:spPr bwMode="white">
        <a:xfrm>
          <a:off x="0" y="417492"/>
          <a:ext cx="2105534" cy="1473806"/>
        </a:xfrm>
        <a:prstGeom prst="roundRect">
          <a:avLst>
            <a:gd name="adj" fmla="val 16670"/>
          </a:avLst>
        </a:prstGeom>
        <a:sp3d contourW="19050" prstMaterial="metal">
          <a:bevelT w="88900" h="203200"/>
          <a:bevelB w="165100" h="254000"/>
        </a:sp3d>
      </dsp:spPr>
      <dsp:style>
        <a:lnRef idx="0">
          <a:schemeClr val="lt1"/>
        </a:lnRef>
        <a:fillRef idx="1">
          <a:schemeClr val="accent2">
            <a:hueOff val="0"/>
            <a:satOff val="0"/>
            <a:lumOff val="0"/>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smtClean="0">
              <a:latin typeface="Arial" panose="020B0604020202020204" pitchFamily="34" charset="0"/>
              <a:cs typeface="Arial" panose="020B0604020202020204" pitchFamily="34" charset="0"/>
            </a:rPr>
            <a:t>Less than 40 words</a:t>
          </a:r>
          <a:endParaRPr lang="en-US" sz="2400" dirty="0">
            <a:latin typeface="Arial" panose="020B0604020202020204" pitchFamily="34" charset="0"/>
            <a:cs typeface="Arial" panose="020B0604020202020204" pitchFamily="34" charset="0"/>
          </a:endParaRPr>
        </a:p>
      </dsp:txBody>
      <dsp:txXfrm>
        <a:off x="0" y="417492"/>
        <a:ext cx="2105534" cy="1473806"/>
      </dsp:txXfrm>
    </dsp:sp>
    <dsp:sp modelId="{03475E23-2B4B-4C50-8F50-65FBA19217DB}">
      <dsp:nvSpPr>
        <dsp:cNvPr id="5" name="Rectangles 4"/>
        <dsp:cNvSpPr/>
      </dsp:nvSpPr>
      <dsp:spPr bwMode="white">
        <a:xfrm>
          <a:off x="2105534" y="566391"/>
          <a:ext cx="1531365" cy="1191195"/>
        </a:xfrm>
        <a:prstGeom prst="rect">
          <a:avLst/>
        </a:prstGeom>
      </dsp:spPr>
      <dsp:style>
        <a:lnRef idx="1">
          <a:schemeClr val="dk1">
            <a:alpha val="0"/>
          </a:schemeClr>
        </a:lnRef>
        <a:fillRef idx="0">
          <a:schemeClr val="lt1">
            <a:alpha val="0"/>
          </a:schemeClr>
        </a:fillRef>
        <a:effectRef idx="0">
          <a:scrgbClr r="0" g="0" b="0"/>
        </a:effectRef>
        <a:fontRef idx="minor"/>
      </dsp:style>
      <dsp:txBody>
        <a:bodyPr lIns="198120" tIns="198120" rIns="198120" bIns="198120" anchor="ctr"/>
        <a:lstStyle>
          <a:lvl1pPr algn="l">
            <a:defRPr sz="5200"/>
          </a:lvl1pPr>
          <a:lvl2pPr marL="285750" indent="-285750" algn="l">
            <a:defRPr sz="4100"/>
          </a:lvl2pPr>
          <a:lvl3pPr marL="571500" indent="-285750" algn="l">
            <a:defRPr sz="4100"/>
          </a:lvl3pPr>
          <a:lvl4pPr marL="857250" indent="-285750" algn="l">
            <a:defRPr sz="4100"/>
          </a:lvl4pPr>
          <a:lvl5pPr marL="1143000" indent="-285750" algn="l">
            <a:defRPr sz="4100"/>
          </a:lvl5pPr>
          <a:lvl6pPr marL="1428750" indent="-285750" algn="l">
            <a:defRPr sz="4100"/>
          </a:lvl6pPr>
          <a:lvl7pPr marL="1714500" indent="-285750" algn="l">
            <a:defRPr sz="4100"/>
          </a:lvl7pPr>
          <a:lvl8pPr marL="2000250" indent="-285750" algn="l">
            <a:defRPr sz="4100"/>
          </a:lvl8pPr>
          <a:lvl9pPr marL="2286000" indent="-285750" algn="l">
            <a:defRPr sz="4100"/>
          </a:lvl9pPr>
        </a:lstStyle>
        <a:p>
          <a:endParaRPr>
            <a:solidFill>
              <a:schemeClr val="tx1"/>
            </a:solidFill>
          </a:endParaRPr>
        </a:p>
      </dsp:txBody>
      <dsp:txXfrm>
        <a:off x="2105534" y="566391"/>
        <a:ext cx="1531365" cy="1191195"/>
      </dsp:txXfrm>
    </dsp:sp>
    <dsp:sp modelId="{B90E443F-C713-460B-BF7A-0B81BBC79480}">
      <dsp:nvSpPr>
        <dsp:cNvPr id="6" name="Rounded Rectangle 5"/>
        <dsp:cNvSpPr/>
      </dsp:nvSpPr>
      <dsp:spPr bwMode="white">
        <a:xfrm>
          <a:off x="1778073" y="1989027"/>
          <a:ext cx="2105534" cy="1473806"/>
        </a:xfrm>
        <a:prstGeom prst="roundRect">
          <a:avLst>
            <a:gd name="adj" fmla="val 16670"/>
          </a:avLst>
        </a:prstGeom>
        <a:sp3d contourW="19050" prstMaterial="metal">
          <a:bevelT w="88900" h="203200"/>
          <a:bevelB w="165100" h="254000"/>
        </a:sp3d>
      </dsp:spPr>
      <dsp:style>
        <a:lnRef idx="0">
          <a:schemeClr val="lt1"/>
        </a:lnRef>
        <a:fillRef idx="1">
          <a:schemeClr val="accent2">
            <a:hueOff val="1200000"/>
            <a:satOff val="6667"/>
            <a:lumOff val="7059"/>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smtClean="0">
              <a:latin typeface="Arial" panose="020B0604020202020204" pitchFamily="34" charset="0"/>
              <a:cs typeface="Arial" panose="020B0604020202020204" pitchFamily="34" charset="0"/>
            </a:rPr>
            <a:t>Incorporate into the text</a:t>
          </a:r>
          <a:endParaRPr lang="en-US" sz="2400" dirty="0">
            <a:latin typeface="Arial" panose="020B0604020202020204" pitchFamily="34" charset="0"/>
            <a:cs typeface="Arial" panose="020B0604020202020204" pitchFamily="34" charset="0"/>
          </a:endParaRPr>
        </a:p>
      </dsp:txBody>
      <dsp:txXfrm>
        <a:off x="1778073" y="1989027"/>
        <a:ext cx="2105534" cy="1473806"/>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4062335" cy="3880325"/>
        <a:chOff x="0" y="0"/>
        <a:chExt cx="4062335" cy="3880325"/>
      </a:xfrm>
    </dsp:grpSpPr>
    <dsp:sp modelId="{24D0FFFB-53A8-476A-8326-01ABAB1DAAC9}">
      <dsp:nvSpPr>
        <dsp:cNvPr id="3" name="Bent-Up Arrow 2"/>
        <dsp:cNvSpPr/>
      </dsp:nvSpPr>
      <dsp:spPr bwMode="white">
        <a:xfrm rot="5400000">
          <a:off x="361813" y="1856755"/>
          <a:ext cx="1308316" cy="1489471"/>
        </a:xfrm>
        <a:prstGeom prst="bentUpArrow">
          <a:avLst>
            <a:gd name="adj1" fmla="val 32840"/>
            <a:gd name="adj2" fmla="val 25000"/>
            <a:gd name="adj3" fmla="val 35780"/>
          </a:avLst>
        </a:prstGeom>
        <a:sp3d contourW="12700" prstMaterial="flat">
          <a:bevelT w="177800" h="254000"/>
          <a:bevelB w="152400"/>
        </a:sp3d>
      </dsp:spPr>
      <dsp:style>
        <a:lnRef idx="0">
          <a:schemeClr val="lt1"/>
        </a:lnRef>
        <a:fillRef idx="1">
          <a:schemeClr val="accent5">
            <a:tint val="50000"/>
          </a:schemeClr>
        </a:fillRef>
        <a:effectRef idx="1">
          <a:scrgbClr r="0" g="0" b="0"/>
        </a:effectRef>
        <a:fontRef idx="minor"/>
      </dsp:style>
      <dsp:txXfrm rot="5400000">
        <a:off x="361813" y="1856755"/>
        <a:ext cx="1308316" cy="1489471"/>
      </dsp:txXfrm>
    </dsp:sp>
    <dsp:sp modelId="{C077DBD6-ACCC-4E65-944B-7D895E2CB750}">
      <dsp:nvSpPr>
        <dsp:cNvPr id="4" name="Rounded Rectangle 3"/>
        <dsp:cNvSpPr/>
      </dsp:nvSpPr>
      <dsp:spPr bwMode="white">
        <a:xfrm>
          <a:off x="0" y="315053"/>
          <a:ext cx="2202433" cy="1541632"/>
        </a:xfrm>
        <a:prstGeom prst="roundRect">
          <a:avLst>
            <a:gd name="adj" fmla="val 16670"/>
          </a:avLst>
        </a:prstGeom>
        <a:sp3d contourW="19050" prstMaterial="metal">
          <a:bevelT w="88900" h="203200"/>
          <a:bevelB w="165100" h="254000"/>
        </a:sp3d>
      </dsp:spPr>
      <dsp:style>
        <a:lnRef idx="0">
          <a:schemeClr val="lt1"/>
        </a:lnRef>
        <a:fillRef idx="1">
          <a:schemeClr val="accent5">
            <a:hueOff val="0"/>
            <a:satOff val="0"/>
            <a:lumOff val="0"/>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latin typeface="Arial" panose="020B0604020202020204" pitchFamily="34" charset="0"/>
              <a:cs typeface="Arial" panose="020B0604020202020204" pitchFamily="34" charset="0"/>
            </a:rPr>
            <a:t>More than 40 words</a:t>
          </a:r>
          <a:endParaRPr lang="en-US" sz="2400" dirty="0">
            <a:latin typeface="Arial" panose="020B0604020202020204" pitchFamily="34" charset="0"/>
            <a:cs typeface="Arial" panose="020B0604020202020204" pitchFamily="34" charset="0"/>
          </a:endParaRPr>
        </a:p>
      </dsp:txBody>
      <dsp:txXfrm>
        <a:off x="0" y="315053"/>
        <a:ext cx="2202433" cy="1541632"/>
      </dsp:txXfrm>
    </dsp:sp>
    <dsp:sp modelId="{03475E23-2B4B-4C50-8F50-65FBA19217DB}">
      <dsp:nvSpPr>
        <dsp:cNvPr id="5" name="Rectangles 4"/>
        <dsp:cNvSpPr/>
      </dsp:nvSpPr>
      <dsp:spPr bwMode="white">
        <a:xfrm>
          <a:off x="2202433" y="470805"/>
          <a:ext cx="1601840" cy="1246015"/>
        </a:xfrm>
        <a:prstGeom prst="rect">
          <a:avLst/>
        </a:prstGeom>
      </dsp:spPr>
      <dsp:style>
        <a:lnRef idx="1">
          <a:schemeClr val="dk1">
            <a:alpha val="0"/>
          </a:schemeClr>
        </a:lnRef>
        <a:fillRef idx="0">
          <a:schemeClr val="lt1">
            <a:alpha val="0"/>
          </a:schemeClr>
        </a:fillRef>
        <a:effectRef idx="0">
          <a:scrgbClr r="0" g="0" b="0"/>
        </a:effectRef>
        <a:fontRef idx="minor"/>
      </dsp:style>
      <dsp:txBody>
        <a:bodyPr lIns="205740" tIns="205740" rIns="205740" bIns="205740" anchor="ctr"/>
        <a:lstStyle>
          <a:lvl1pPr algn="l">
            <a:defRPr sz="5400"/>
          </a:lvl1pPr>
          <a:lvl2pPr marL="285750" indent="-285750" algn="l">
            <a:defRPr sz="4200"/>
          </a:lvl2pPr>
          <a:lvl3pPr marL="571500" indent="-285750" algn="l">
            <a:defRPr sz="4200"/>
          </a:lvl3pPr>
          <a:lvl4pPr marL="857250" indent="-285750" algn="l">
            <a:defRPr sz="4200"/>
          </a:lvl4pPr>
          <a:lvl5pPr marL="1143000" indent="-285750" algn="l">
            <a:defRPr sz="4200"/>
          </a:lvl5pPr>
          <a:lvl6pPr marL="1428750" indent="-285750" algn="l">
            <a:defRPr sz="4200"/>
          </a:lvl6pPr>
          <a:lvl7pPr marL="1714500" indent="-285750" algn="l">
            <a:defRPr sz="4200"/>
          </a:lvl7pPr>
          <a:lvl8pPr marL="2000250" indent="-285750" algn="l">
            <a:defRPr sz="4200"/>
          </a:lvl8pPr>
          <a:lvl9pPr marL="2286000" indent="-285750" algn="l">
            <a:defRPr sz="4200"/>
          </a:lvl9pPr>
        </a:lstStyle>
        <a:p>
          <a:endParaRPr>
            <a:solidFill>
              <a:schemeClr val="tx1"/>
            </a:solidFill>
          </a:endParaRPr>
        </a:p>
      </dsp:txBody>
      <dsp:txXfrm>
        <a:off x="2202433" y="470805"/>
        <a:ext cx="1601840" cy="1246015"/>
      </dsp:txXfrm>
    </dsp:sp>
    <dsp:sp modelId="{B90E443F-C713-460B-BF7A-0B81BBC79480}">
      <dsp:nvSpPr>
        <dsp:cNvPr id="6" name="Rounded Rectangle 5"/>
        <dsp:cNvSpPr/>
      </dsp:nvSpPr>
      <dsp:spPr bwMode="white">
        <a:xfrm>
          <a:off x="1859902" y="2023640"/>
          <a:ext cx="2202433" cy="1541632"/>
        </a:xfrm>
        <a:prstGeom prst="roundRect">
          <a:avLst>
            <a:gd name="adj" fmla="val 16670"/>
          </a:avLst>
        </a:prstGeom>
        <a:sp3d contourW="19050" prstMaterial="metal">
          <a:bevelT w="88900" h="203200"/>
          <a:bevelB w="165100" h="254000"/>
        </a:sp3d>
      </dsp:spPr>
      <dsp:style>
        <a:lnRef idx="0">
          <a:schemeClr val="lt1"/>
        </a:lnRef>
        <a:fillRef idx="1">
          <a:schemeClr val="accent5">
            <a:hueOff val="1320000"/>
            <a:satOff val="-9411"/>
            <a:lumOff val="-17254"/>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smtClean="0">
              <a:latin typeface="Arial" panose="020B0604020202020204" pitchFamily="34" charset="0"/>
              <a:cs typeface="Arial" panose="020B0604020202020204" pitchFamily="34" charset="0"/>
            </a:rPr>
            <a:t>Use a separate “block quotation”</a:t>
          </a:r>
          <a:endParaRPr lang="en-US" sz="2400" dirty="0">
            <a:latin typeface="Arial" panose="020B0604020202020204" pitchFamily="34" charset="0"/>
            <a:cs typeface="Arial" panose="020B0604020202020204" pitchFamily="34" charset="0"/>
          </a:endParaRPr>
        </a:p>
      </dsp:txBody>
      <dsp:txXfrm>
        <a:off x="1859902" y="2023640"/>
        <a:ext cx="2202433" cy="1541632"/>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7785877" cy="6979297"/>
        <a:chOff x="0" y="0"/>
        <a:chExt cx="7785877" cy="6979297"/>
      </a:xfrm>
    </dsp:grpSpPr>
    <dsp:sp modelId="{9C652CCE-E056-493F-B8FF-772B71485B65}">
      <dsp:nvSpPr>
        <dsp:cNvPr id="3" name="Rectangles 2"/>
        <dsp:cNvSpPr/>
      </dsp:nvSpPr>
      <dsp:spPr bwMode="white">
        <a:xfrm>
          <a:off x="238" y="411461"/>
          <a:ext cx="1811034" cy="1086620"/>
        </a:xfrm>
        <a:prstGeom prst="rect">
          <a:avLst/>
        </a:prstGeom>
        <a:sp3d contourW="19050" prstMaterial="metal">
          <a:bevelT w="88900" h="203200"/>
          <a:bevelB w="165100" h="254000"/>
        </a:sp3d>
      </dsp:spPr>
      <dsp:style>
        <a:lnRef idx="0">
          <a:schemeClr val="lt1"/>
        </a:lnRef>
        <a:fillRef idx="1">
          <a:schemeClr val="accent3">
            <a:hueOff val="0"/>
            <a:satOff val="0"/>
            <a:lumOff val="0"/>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State</a:t>
          </a:r>
          <a:endParaRPr lang="en-US" sz="2400" dirty="0">
            <a:solidFill>
              <a:schemeClr val="tx1"/>
            </a:solidFill>
          </a:endParaRPr>
        </a:p>
      </dsp:txBody>
      <dsp:txXfrm>
        <a:off x="238" y="411461"/>
        <a:ext cx="1811034" cy="1086620"/>
      </dsp:txXfrm>
    </dsp:sp>
    <dsp:sp modelId="{D864A39E-5A89-49D1-B078-F4453CB70ED1}">
      <dsp:nvSpPr>
        <dsp:cNvPr id="4" name="Rectangles 3"/>
        <dsp:cNvSpPr/>
      </dsp:nvSpPr>
      <dsp:spPr bwMode="white">
        <a:xfrm>
          <a:off x="1992375" y="411461"/>
          <a:ext cx="1811034" cy="1086620"/>
        </a:xfrm>
        <a:prstGeom prst="rect">
          <a:avLst/>
        </a:prstGeom>
        <a:sp3d contourW="19050" prstMaterial="metal">
          <a:bevelT w="88900" h="203200"/>
          <a:bevelB w="165100" h="254000"/>
        </a:sp3d>
      </dsp:spPr>
      <dsp:style>
        <a:lnRef idx="0">
          <a:schemeClr val="lt1"/>
        </a:lnRef>
        <a:fillRef idx="1">
          <a:schemeClr val="accent3">
            <a:hueOff val="-525000"/>
            <a:satOff val="-2965"/>
            <a:lumOff val="1103"/>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Suggest</a:t>
          </a:r>
          <a:endParaRPr lang="en-US" sz="2400" dirty="0">
            <a:solidFill>
              <a:schemeClr val="tx1"/>
            </a:solidFill>
          </a:endParaRPr>
        </a:p>
      </dsp:txBody>
      <dsp:txXfrm>
        <a:off x="1992375" y="411461"/>
        <a:ext cx="1811034" cy="1086620"/>
      </dsp:txXfrm>
    </dsp:sp>
    <dsp:sp modelId="{EA9CB727-1A56-41D6-B36D-54117B1AAE98}">
      <dsp:nvSpPr>
        <dsp:cNvPr id="5" name="Rectangles 4"/>
        <dsp:cNvSpPr/>
      </dsp:nvSpPr>
      <dsp:spPr bwMode="white">
        <a:xfrm>
          <a:off x="3984512" y="411461"/>
          <a:ext cx="1811034" cy="1086620"/>
        </a:xfrm>
        <a:prstGeom prst="rect">
          <a:avLst/>
        </a:prstGeom>
        <a:sp3d contourW="19050" prstMaterial="metal">
          <a:bevelT w="88900" h="203200"/>
          <a:bevelB w="165100" h="254000"/>
        </a:sp3d>
      </dsp:spPr>
      <dsp:style>
        <a:lnRef idx="0">
          <a:schemeClr val="lt1"/>
        </a:lnRef>
        <a:fillRef idx="1">
          <a:schemeClr val="accent3">
            <a:hueOff val="-1050000"/>
            <a:satOff val="-5930"/>
            <a:lumOff val="2206"/>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Claim</a:t>
          </a:r>
          <a:endParaRPr lang="en-US" sz="2400" dirty="0">
            <a:solidFill>
              <a:schemeClr val="tx1"/>
            </a:solidFill>
          </a:endParaRPr>
        </a:p>
      </dsp:txBody>
      <dsp:txXfrm>
        <a:off x="3984512" y="411461"/>
        <a:ext cx="1811034" cy="1086620"/>
      </dsp:txXfrm>
    </dsp:sp>
    <dsp:sp modelId="{A2E65CC1-76E2-4422-82B7-77F13DBBCE12}">
      <dsp:nvSpPr>
        <dsp:cNvPr id="6" name="Rectangles 5"/>
        <dsp:cNvSpPr/>
      </dsp:nvSpPr>
      <dsp:spPr bwMode="white">
        <a:xfrm>
          <a:off x="5976649" y="411461"/>
          <a:ext cx="1811034" cy="1086620"/>
        </a:xfrm>
        <a:prstGeom prst="rect">
          <a:avLst/>
        </a:prstGeom>
        <a:sp3d contourW="19050" prstMaterial="metal">
          <a:bevelT w="88900" h="203200"/>
          <a:bevelB w="165100" h="254000"/>
        </a:sp3d>
      </dsp:spPr>
      <dsp:style>
        <a:lnRef idx="0">
          <a:schemeClr val="lt1"/>
        </a:lnRef>
        <a:fillRef idx="1">
          <a:schemeClr val="accent3">
            <a:hueOff val="-1575000"/>
            <a:satOff val="-8896"/>
            <a:lumOff val="3309"/>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Recommend</a:t>
          </a:r>
          <a:endParaRPr lang="en-US" sz="2400" dirty="0">
            <a:solidFill>
              <a:schemeClr val="tx1"/>
            </a:solidFill>
          </a:endParaRPr>
        </a:p>
      </dsp:txBody>
      <dsp:txXfrm>
        <a:off x="5976649" y="411461"/>
        <a:ext cx="1811034" cy="1086620"/>
      </dsp:txXfrm>
    </dsp:sp>
    <dsp:sp modelId="{D354D915-2A9E-4AD5-B607-E9A6D656369F}">
      <dsp:nvSpPr>
        <dsp:cNvPr id="7" name="Rectangles 6"/>
        <dsp:cNvSpPr/>
      </dsp:nvSpPr>
      <dsp:spPr bwMode="white">
        <a:xfrm>
          <a:off x="238" y="1678900"/>
          <a:ext cx="1811034" cy="1086620"/>
        </a:xfrm>
        <a:prstGeom prst="rect">
          <a:avLst/>
        </a:prstGeom>
        <a:sp3d contourW="19050" prstMaterial="metal">
          <a:bevelT w="88900" h="203200"/>
          <a:bevelB w="165100" h="254000"/>
        </a:sp3d>
      </dsp:spPr>
      <dsp:style>
        <a:lnRef idx="0">
          <a:schemeClr val="lt1"/>
        </a:lnRef>
        <a:fillRef idx="1">
          <a:schemeClr val="accent3">
            <a:hueOff val="-2100000"/>
            <a:satOff val="-11862"/>
            <a:lumOff val="4412"/>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Conclude</a:t>
          </a:r>
          <a:endParaRPr lang="en-US" sz="2400" dirty="0">
            <a:solidFill>
              <a:schemeClr val="tx1"/>
            </a:solidFill>
          </a:endParaRPr>
        </a:p>
      </dsp:txBody>
      <dsp:txXfrm>
        <a:off x="238" y="1678900"/>
        <a:ext cx="1811034" cy="1086620"/>
      </dsp:txXfrm>
    </dsp:sp>
    <dsp:sp modelId="{9F083708-DD36-4118-8464-36EF8EBA6E16}">
      <dsp:nvSpPr>
        <dsp:cNvPr id="8" name="Rectangles 7"/>
        <dsp:cNvSpPr/>
      </dsp:nvSpPr>
      <dsp:spPr bwMode="white">
        <a:xfrm>
          <a:off x="1992375" y="1678900"/>
          <a:ext cx="1811034" cy="1086620"/>
        </a:xfrm>
        <a:prstGeom prst="rect">
          <a:avLst/>
        </a:prstGeom>
        <a:sp3d contourW="19050" prstMaterial="metal">
          <a:bevelT w="88900" h="203200"/>
          <a:bevelB w="165100" h="254000"/>
        </a:sp3d>
      </dsp:spPr>
      <dsp:style>
        <a:lnRef idx="0">
          <a:schemeClr val="lt1"/>
        </a:lnRef>
        <a:fillRef idx="1">
          <a:schemeClr val="accent3">
            <a:hueOff val="-2625000"/>
            <a:satOff val="-14827"/>
            <a:lumOff val="5515"/>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Find</a:t>
          </a:r>
          <a:endParaRPr lang="en-US" sz="2400" dirty="0">
            <a:solidFill>
              <a:schemeClr val="tx1"/>
            </a:solidFill>
          </a:endParaRPr>
        </a:p>
      </dsp:txBody>
      <dsp:txXfrm>
        <a:off x="1992375" y="1678900"/>
        <a:ext cx="1811034" cy="1086620"/>
      </dsp:txXfrm>
    </dsp:sp>
    <dsp:sp modelId="{640E4B43-65AC-4872-BFE6-E4A67FEF28FE}">
      <dsp:nvSpPr>
        <dsp:cNvPr id="9" name="Rectangles 8"/>
        <dsp:cNvSpPr/>
      </dsp:nvSpPr>
      <dsp:spPr bwMode="white">
        <a:xfrm>
          <a:off x="3984512" y="1678900"/>
          <a:ext cx="1811034" cy="1086620"/>
        </a:xfrm>
        <a:prstGeom prst="rect">
          <a:avLst/>
        </a:prstGeom>
        <a:sp3d contourW="19050" prstMaterial="metal">
          <a:bevelT w="88900" h="203200"/>
          <a:bevelB w="165100" h="254000"/>
        </a:sp3d>
      </dsp:spPr>
      <dsp:style>
        <a:lnRef idx="0">
          <a:schemeClr val="lt1"/>
        </a:lnRef>
        <a:fillRef idx="1">
          <a:schemeClr val="accent3">
            <a:hueOff val="-3150000"/>
            <a:satOff val="-17793"/>
            <a:lumOff val="6618"/>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List</a:t>
          </a:r>
          <a:endParaRPr lang="en-US" sz="2400" dirty="0">
            <a:solidFill>
              <a:schemeClr val="tx1"/>
            </a:solidFill>
          </a:endParaRPr>
        </a:p>
      </dsp:txBody>
      <dsp:txXfrm>
        <a:off x="3984512" y="1678900"/>
        <a:ext cx="1811034" cy="1086620"/>
      </dsp:txXfrm>
    </dsp:sp>
    <dsp:sp modelId="{EDBA49B2-BA2E-4777-8ED5-484EA6648387}">
      <dsp:nvSpPr>
        <dsp:cNvPr id="10" name="Rectangles 9"/>
        <dsp:cNvSpPr/>
      </dsp:nvSpPr>
      <dsp:spPr bwMode="white">
        <a:xfrm>
          <a:off x="5976649" y="1678900"/>
          <a:ext cx="1811034" cy="1086620"/>
        </a:xfrm>
        <a:prstGeom prst="rect">
          <a:avLst/>
        </a:prstGeom>
        <a:sp3d contourW="19050" prstMaterial="metal">
          <a:bevelT w="88900" h="203200"/>
          <a:bevelB w="165100" h="254000"/>
        </a:sp3d>
      </dsp:spPr>
      <dsp:style>
        <a:lnRef idx="0">
          <a:schemeClr val="lt1"/>
        </a:lnRef>
        <a:fillRef idx="1">
          <a:schemeClr val="accent3">
            <a:hueOff val="-3675000"/>
            <a:satOff val="-20759"/>
            <a:lumOff val="7721"/>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Analyze</a:t>
          </a:r>
          <a:endParaRPr lang="en-US" sz="2400" dirty="0">
            <a:solidFill>
              <a:schemeClr val="tx1"/>
            </a:solidFill>
          </a:endParaRPr>
        </a:p>
      </dsp:txBody>
      <dsp:txXfrm>
        <a:off x="5976649" y="1678900"/>
        <a:ext cx="1811034" cy="1086620"/>
      </dsp:txXfrm>
    </dsp:sp>
    <dsp:sp modelId="{E088EC56-3951-4C24-B475-8C0DDCE5CE17}">
      <dsp:nvSpPr>
        <dsp:cNvPr id="11" name="Rectangles 10"/>
        <dsp:cNvSpPr/>
      </dsp:nvSpPr>
      <dsp:spPr bwMode="white">
        <a:xfrm>
          <a:off x="238" y="2946338"/>
          <a:ext cx="1811034" cy="1086620"/>
        </a:xfrm>
        <a:prstGeom prst="rect">
          <a:avLst/>
        </a:prstGeom>
        <a:sp3d contourW="19050" prstMaterial="metal">
          <a:bevelT w="88900" h="203200"/>
          <a:bevelB w="165100" h="254000"/>
        </a:sp3d>
      </dsp:spPr>
      <dsp:style>
        <a:lnRef idx="0">
          <a:schemeClr val="lt1"/>
        </a:lnRef>
        <a:fillRef idx="1">
          <a:schemeClr val="accent3">
            <a:hueOff val="-4200000"/>
            <a:satOff val="-23724"/>
            <a:lumOff val="8824"/>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Maintain</a:t>
          </a:r>
          <a:endParaRPr lang="en-US" sz="2400" dirty="0">
            <a:solidFill>
              <a:schemeClr val="tx1"/>
            </a:solidFill>
          </a:endParaRPr>
        </a:p>
      </dsp:txBody>
      <dsp:txXfrm>
        <a:off x="238" y="2946338"/>
        <a:ext cx="1811034" cy="1086620"/>
      </dsp:txXfrm>
    </dsp:sp>
    <dsp:sp modelId="{D4B6A19C-7CC3-4FA0-97BD-C185C377D722}">
      <dsp:nvSpPr>
        <dsp:cNvPr id="12" name="Rectangles 11"/>
        <dsp:cNvSpPr/>
      </dsp:nvSpPr>
      <dsp:spPr bwMode="white">
        <a:xfrm>
          <a:off x="1992375" y="2946338"/>
          <a:ext cx="1811034" cy="1086620"/>
        </a:xfrm>
        <a:prstGeom prst="rect">
          <a:avLst/>
        </a:prstGeom>
        <a:sp3d contourW="19050" prstMaterial="metal">
          <a:bevelT w="88900" h="203200"/>
          <a:bevelB w="165100" h="254000"/>
        </a:sp3d>
      </dsp:spPr>
      <dsp:style>
        <a:lnRef idx="0">
          <a:schemeClr val="lt1"/>
        </a:lnRef>
        <a:fillRef idx="1">
          <a:schemeClr val="accent3">
            <a:hueOff val="-4725000"/>
            <a:satOff val="-26690"/>
            <a:lumOff val="9926"/>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Review</a:t>
          </a:r>
          <a:endParaRPr lang="en-US" sz="2400" dirty="0">
            <a:solidFill>
              <a:schemeClr val="tx1"/>
            </a:solidFill>
          </a:endParaRPr>
        </a:p>
      </dsp:txBody>
      <dsp:txXfrm>
        <a:off x="1992375" y="2946338"/>
        <a:ext cx="1811034" cy="1086620"/>
      </dsp:txXfrm>
    </dsp:sp>
    <dsp:sp modelId="{90D99641-F6D2-4DAF-992E-D9C78BA4342A}">
      <dsp:nvSpPr>
        <dsp:cNvPr id="13" name="Rectangles 12"/>
        <dsp:cNvSpPr/>
      </dsp:nvSpPr>
      <dsp:spPr bwMode="white">
        <a:xfrm>
          <a:off x="3984512" y="2946338"/>
          <a:ext cx="1811034" cy="1086620"/>
        </a:xfrm>
        <a:prstGeom prst="rect">
          <a:avLst/>
        </a:prstGeom>
        <a:sp3d contourW="19050" prstMaterial="metal">
          <a:bevelT w="88900" h="203200"/>
          <a:bevelB w="165100" h="254000"/>
        </a:sp3d>
      </dsp:spPr>
      <dsp:style>
        <a:lnRef idx="0">
          <a:schemeClr val="lt1"/>
        </a:lnRef>
        <a:fillRef idx="1">
          <a:schemeClr val="accent3">
            <a:hueOff val="-5250000"/>
            <a:satOff val="-29656"/>
            <a:lumOff val="11029"/>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Discover</a:t>
          </a:r>
          <a:endParaRPr lang="en-US" sz="2400" dirty="0">
            <a:solidFill>
              <a:schemeClr val="tx1"/>
            </a:solidFill>
          </a:endParaRPr>
        </a:p>
      </dsp:txBody>
      <dsp:txXfrm>
        <a:off x="3984512" y="2946338"/>
        <a:ext cx="1811034" cy="1086620"/>
      </dsp:txXfrm>
    </dsp:sp>
    <dsp:sp modelId="{12F61A0D-6817-4519-898F-9431872705B9}">
      <dsp:nvSpPr>
        <dsp:cNvPr id="14" name="Rectangles 13"/>
        <dsp:cNvSpPr/>
      </dsp:nvSpPr>
      <dsp:spPr bwMode="white">
        <a:xfrm>
          <a:off x="5976649" y="2946338"/>
          <a:ext cx="1811034" cy="1086620"/>
        </a:xfrm>
        <a:prstGeom prst="rect">
          <a:avLst/>
        </a:prstGeom>
        <a:sp3d contourW="19050" prstMaterial="metal">
          <a:bevelT w="88900" h="203200"/>
          <a:bevelB w="165100" h="254000"/>
        </a:sp3d>
      </dsp:spPr>
      <dsp:style>
        <a:lnRef idx="0">
          <a:schemeClr val="lt1"/>
        </a:lnRef>
        <a:fillRef idx="1">
          <a:schemeClr val="accent3">
            <a:hueOff val="-5775000"/>
            <a:satOff val="-32622"/>
            <a:lumOff val="12132"/>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Reveal</a:t>
          </a:r>
          <a:endParaRPr lang="en-US" sz="2400" dirty="0">
            <a:solidFill>
              <a:schemeClr val="tx1"/>
            </a:solidFill>
          </a:endParaRPr>
        </a:p>
      </dsp:txBody>
      <dsp:txXfrm>
        <a:off x="5976649" y="2946338"/>
        <a:ext cx="1811034" cy="1086620"/>
      </dsp:txXfrm>
    </dsp:sp>
    <dsp:sp modelId="{134506CA-1702-4245-A773-DE13A931658D}">
      <dsp:nvSpPr>
        <dsp:cNvPr id="15" name="Rectangles 14"/>
        <dsp:cNvSpPr/>
      </dsp:nvSpPr>
      <dsp:spPr bwMode="white">
        <a:xfrm>
          <a:off x="238" y="4213777"/>
          <a:ext cx="1811034" cy="1086620"/>
        </a:xfrm>
        <a:prstGeom prst="rect">
          <a:avLst/>
        </a:prstGeom>
        <a:sp3d contourW="19050" prstMaterial="metal">
          <a:bevelT w="88900" h="203200"/>
          <a:bevelB w="165100" h="254000"/>
        </a:sp3d>
      </dsp:spPr>
      <dsp:style>
        <a:lnRef idx="0">
          <a:schemeClr val="lt1"/>
        </a:lnRef>
        <a:fillRef idx="1">
          <a:schemeClr val="accent3">
            <a:hueOff val="-6300000"/>
            <a:satOff val="-35587"/>
            <a:lumOff val="13235"/>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Report</a:t>
          </a:r>
          <a:endParaRPr lang="en-US" sz="2400" dirty="0">
            <a:solidFill>
              <a:schemeClr val="tx1"/>
            </a:solidFill>
          </a:endParaRPr>
        </a:p>
      </dsp:txBody>
      <dsp:txXfrm>
        <a:off x="238" y="4213777"/>
        <a:ext cx="1811034" cy="1086620"/>
      </dsp:txXfrm>
    </dsp:sp>
    <dsp:sp modelId="{9CDC3BC7-A52E-41C5-A5D2-EEC128CCE303}">
      <dsp:nvSpPr>
        <dsp:cNvPr id="16" name="Rectangles 15"/>
        <dsp:cNvSpPr/>
      </dsp:nvSpPr>
      <dsp:spPr bwMode="white">
        <a:xfrm>
          <a:off x="1992375" y="4213777"/>
          <a:ext cx="1811034" cy="1086620"/>
        </a:xfrm>
        <a:prstGeom prst="rect">
          <a:avLst/>
        </a:prstGeom>
        <a:sp3d contourW="19050" prstMaterial="metal">
          <a:bevelT w="88900" h="203200"/>
          <a:bevelB w="165100" h="254000"/>
        </a:sp3d>
      </dsp:spPr>
      <dsp:style>
        <a:lnRef idx="0">
          <a:schemeClr val="lt1"/>
        </a:lnRef>
        <a:fillRef idx="1">
          <a:schemeClr val="accent3">
            <a:hueOff val="-6825000"/>
            <a:satOff val="-38553"/>
            <a:lumOff val="14338"/>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Assume</a:t>
          </a:r>
          <a:endParaRPr lang="en-US" sz="2400" dirty="0">
            <a:solidFill>
              <a:schemeClr val="tx1"/>
            </a:solidFill>
          </a:endParaRPr>
        </a:p>
      </dsp:txBody>
      <dsp:txXfrm>
        <a:off x="1992375" y="4213777"/>
        <a:ext cx="1811034" cy="1086620"/>
      </dsp:txXfrm>
    </dsp:sp>
    <dsp:sp modelId="{5085081F-3389-4284-971E-AC85EC8F4385}">
      <dsp:nvSpPr>
        <dsp:cNvPr id="17" name="Rectangles 16"/>
        <dsp:cNvSpPr/>
      </dsp:nvSpPr>
      <dsp:spPr bwMode="white">
        <a:xfrm>
          <a:off x="3984512" y="4213777"/>
          <a:ext cx="1811034" cy="1086620"/>
        </a:xfrm>
        <a:prstGeom prst="rect">
          <a:avLst/>
        </a:prstGeom>
        <a:sp3d contourW="19050" prstMaterial="metal">
          <a:bevelT w="88900" h="203200"/>
          <a:bevelB w="165100" h="254000"/>
        </a:sp3d>
      </dsp:spPr>
      <dsp:style>
        <a:lnRef idx="0">
          <a:schemeClr val="lt1"/>
        </a:lnRef>
        <a:fillRef idx="1">
          <a:schemeClr val="accent3">
            <a:hueOff val="-7350000"/>
            <a:satOff val="-41519"/>
            <a:lumOff val="15441"/>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Illustrate</a:t>
          </a:r>
          <a:endParaRPr lang="en-US" sz="2400" dirty="0">
            <a:solidFill>
              <a:schemeClr val="tx1"/>
            </a:solidFill>
          </a:endParaRPr>
        </a:p>
      </dsp:txBody>
      <dsp:txXfrm>
        <a:off x="3984512" y="4213777"/>
        <a:ext cx="1811034" cy="1086620"/>
      </dsp:txXfrm>
    </dsp:sp>
    <dsp:sp modelId="{5202CDC3-C4FA-4DD7-9DCE-EDF3FB78DB35}">
      <dsp:nvSpPr>
        <dsp:cNvPr id="18" name="Rectangles 17"/>
        <dsp:cNvSpPr/>
      </dsp:nvSpPr>
      <dsp:spPr bwMode="white">
        <a:xfrm>
          <a:off x="5976649" y="4213777"/>
          <a:ext cx="1811034" cy="1086620"/>
        </a:xfrm>
        <a:prstGeom prst="rect">
          <a:avLst/>
        </a:prstGeom>
        <a:sp3d contourW="19050" prstMaterial="metal">
          <a:bevelT w="88900" h="203200"/>
          <a:bevelB w="165100" h="254000"/>
        </a:sp3d>
      </dsp:spPr>
      <dsp:style>
        <a:lnRef idx="0">
          <a:schemeClr val="lt1"/>
        </a:lnRef>
        <a:fillRef idx="1">
          <a:schemeClr val="accent3">
            <a:hueOff val="-7875000"/>
            <a:satOff val="-44484"/>
            <a:lumOff val="16544"/>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smtClean="0">
              <a:solidFill>
                <a:schemeClr val="tx1"/>
              </a:solidFill>
            </a:rPr>
            <a:t>Show</a:t>
          </a:r>
          <a:endParaRPr lang="en-US" sz="2400" dirty="0">
            <a:solidFill>
              <a:schemeClr val="tx1"/>
            </a:solidFill>
          </a:endParaRPr>
        </a:p>
      </dsp:txBody>
      <dsp:txXfrm>
        <a:off x="5976649" y="4213777"/>
        <a:ext cx="1811034" cy="1086620"/>
      </dsp:txXfrm>
    </dsp:sp>
    <dsp:sp modelId="{0E5087BF-56C6-41A3-84A5-675062E6BEA3}">
      <dsp:nvSpPr>
        <dsp:cNvPr id="19" name="Rectangles 18"/>
        <dsp:cNvSpPr/>
      </dsp:nvSpPr>
      <dsp:spPr bwMode="white">
        <a:xfrm>
          <a:off x="2987659" y="5481215"/>
          <a:ext cx="1811034" cy="1086620"/>
        </a:xfrm>
        <a:prstGeom prst="rect">
          <a:avLst/>
        </a:prstGeom>
        <a:sp3d contourW="19050" prstMaterial="metal">
          <a:bevelT w="88900" h="203200"/>
          <a:bevelB w="165100" h="254000"/>
        </a:sp3d>
      </dsp:spPr>
      <dsp:style>
        <a:lnRef idx="0">
          <a:schemeClr val="lt1"/>
        </a:lnRef>
        <a:fillRef idx="1">
          <a:schemeClr val="accent3">
            <a:hueOff val="-8400000"/>
            <a:satOff val="-47450"/>
            <a:lumOff val="17647"/>
            <a:alpha val="100000"/>
          </a:schemeClr>
        </a:fillRef>
        <a:effectRef idx="2">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400" dirty="0" smtClean="0">
              <a:solidFill>
                <a:schemeClr val="tx1"/>
              </a:solidFill>
            </a:rPr>
            <a:t>Indicate </a:t>
          </a:r>
          <a:endParaRPr lang="en-US" sz="2400" dirty="0">
            <a:solidFill>
              <a:schemeClr val="tx1"/>
            </a:solidFill>
          </a:endParaRPr>
        </a:p>
      </dsp:txBody>
      <dsp:txXfrm>
        <a:off x="2987659" y="5481215"/>
        <a:ext cx="1811034" cy="10866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BD7DA1-CC7F-4390-8EF4-35A6C30EA0FF}">
      <dsp:nvSpPr>
        <dsp:cNvPr id="0" name=""/>
        <dsp:cNvSpPr/>
      </dsp:nvSpPr>
      <dsp:spPr>
        <a:xfrm>
          <a:off x="0" y="6721"/>
          <a:ext cx="9202057" cy="1023750"/>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l" defTabSz="1955800">
            <a:lnSpc>
              <a:spcPct val="90000"/>
            </a:lnSpc>
            <a:spcBef>
              <a:spcPct val="0"/>
            </a:spcBef>
            <a:spcAft>
              <a:spcPct val="35000"/>
            </a:spcAft>
          </a:pPr>
          <a:r>
            <a:rPr lang="en-US" sz="4400" b="1" kern="1200" dirty="0" smtClean="0">
              <a:solidFill>
                <a:schemeClr val="accent5">
                  <a:lumMod val="20000"/>
                  <a:lumOff val="80000"/>
                </a:schemeClr>
              </a:solidFill>
            </a:rPr>
            <a:t>Paraphrase</a:t>
          </a:r>
          <a:endParaRPr lang="en-US" sz="4400" b="1" kern="1200" dirty="0">
            <a:solidFill>
              <a:schemeClr val="accent5">
                <a:lumMod val="20000"/>
                <a:lumOff val="80000"/>
              </a:schemeClr>
            </a:solidFill>
          </a:endParaRPr>
        </a:p>
      </dsp:txBody>
      <dsp:txXfrm>
        <a:off x="49975" y="56696"/>
        <a:ext cx="9102107" cy="923800"/>
      </dsp:txXfrm>
    </dsp:sp>
    <dsp:sp modelId="{30E11B8B-502D-43A1-B61F-25152C3B1E13}">
      <dsp:nvSpPr>
        <dsp:cNvPr id="0" name=""/>
        <dsp:cNvSpPr/>
      </dsp:nvSpPr>
      <dsp:spPr>
        <a:xfrm>
          <a:off x="0" y="1030471"/>
          <a:ext cx="9202057" cy="1164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2165"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en-US" sz="3900" kern="1200" dirty="0" smtClean="0"/>
            <a:t>To retain ideas in the original passage but put them in your own words</a:t>
          </a:r>
          <a:endParaRPr lang="en-US" sz="3900" kern="1200" dirty="0"/>
        </a:p>
      </dsp:txBody>
      <dsp:txXfrm>
        <a:off x="0" y="1030471"/>
        <a:ext cx="9202057" cy="1164375"/>
      </dsp:txXfrm>
    </dsp:sp>
    <dsp:sp modelId="{5E3B136A-D1E4-4698-A240-078A7B74B334}">
      <dsp:nvSpPr>
        <dsp:cNvPr id="0" name=""/>
        <dsp:cNvSpPr/>
      </dsp:nvSpPr>
      <dsp:spPr>
        <a:xfrm>
          <a:off x="0" y="2194846"/>
          <a:ext cx="9202057" cy="1023750"/>
        </a:xfrm>
        <a:prstGeom prst="roundRect">
          <a:avLst/>
        </a:prstGeom>
        <a:solidFill>
          <a:schemeClr val="accent2">
            <a:hueOff val="595867"/>
            <a:satOff val="3457"/>
            <a:lumOff val="3432"/>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l" defTabSz="1955800">
            <a:lnSpc>
              <a:spcPct val="90000"/>
            </a:lnSpc>
            <a:spcBef>
              <a:spcPct val="0"/>
            </a:spcBef>
            <a:spcAft>
              <a:spcPct val="35000"/>
            </a:spcAft>
          </a:pPr>
          <a:r>
            <a:rPr lang="en-US" sz="4400" b="1" kern="1200" dirty="0" smtClean="0">
              <a:solidFill>
                <a:schemeClr val="accent5">
                  <a:lumMod val="20000"/>
                  <a:lumOff val="80000"/>
                </a:schemeClr>
              </a:solidFill>
            </a:rPr>
            <a:t>Summarize</a:t>
          </a:r>
          <a:endParaRPr lang="en-US" sz="4400" b="1" kern="1200" dirty="0">
            <a:solidFill>
              <a:schemeClr val="accent5">
                <a:lumMod val="20000"/>
                <a:lumOff val="80000"/>
              </a:schemeClr>
            </a:solidFill>
          </a:endParaRPr>
        </a:p>
      </dsp:txBody>
      <dsp:txXfrm>
        <a:off x="49975" y="2244821"/>
        <a:ext cx="9102107" cy="923800"/>
      </dsp:txXfrm>
    </dsp:sp>
    <dsp:sp modelId="{620AFE1B-25F6-44A0-B357-DC63CD951C9A}">
      <dsp:nvSpPr>
        <dsp:cNvPr id="0" name=""/>
        <dsp:cNvSpPr/>
      </dsp:nvSpPr>
      <dsp:spPr>
        <a:xfrm>
          <a:off x="0" y="3218596"/>
          <a:ext cx="9202057"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2165"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en-US" sz="3900" kern="1200" dirty="0" smtClean="0"/>
            <a:t>To condense a long detail passage</a:t>
          </a:r>
          <a:endParaRPr lang="en-US" sz="3900" kern="1200" dirty="0"/>
        </a:p>
      </dsp:txBody>
      <dsp:txXfrm>
        <a:off x="0" y="3218596"/>
        <a:ext cx="9202057" cy="828000"/>
      </dsp:txXfrm>
    </dsp:sp>
    <dsp:sp modelId="{CA68EFB2-D40C-4844-8A85-FC7632FA723F}">
      <dsp:nvSpPr>
        <dsp:cNvPr id="0" name=""/>
        <dsp:cNvSpPr/>
      </dsp:nvSpPr>
      <dsp:spPr>
        <a:xfrm>
          <a:off x="0" y="4046597"/>
          <a:ext cx="9202057" cy="1023750"/>
        </a:xfrm>
        <a:prstGeom prst="roundRect">
          <a:avLst/>
        </a:prstGeom>
        <a:solidFill>
          <a:schemeClr val="accent2">
            <a:hueOff val="1191735"/>
            <a:satOff val="6913"/>
            <a:lumOff val="686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l" defTabSz="1955800">
            <a:lnSpc>
              <a:spcPct val="90000"/>
            </a:lnSpc>
            <a:spcBef>
              <a:spcPct val="0"/>
            </a:spcBef>
            <a:spcAft>
              <a:spcPct val="35000"/>
            </a:spcAft>
          </a:pPr>
          <a:r>
            <a:rPr lang="en-US" sz="4400" b="1" kern="1200" dirty="0" smtClean="0">
              <a:solidFill>
                <a:schemeClr val="accent5">
                  <a:lumMod val="20000"/>
                  <a:lumOff val="80000"/>
                </a:schemeClr>
              </a:solidFill>
            </a:rPr>
            <a:t>Quote</a:t>
          </a:r>
          <a:endParaRPr lang="en-US" sz="4400" b="1" kern="1200" dirty="0">
            <a:solidFill>
              <a:schemeClr val="accent5">
                <a:lumMod val="20000"/>
                <a:lumOff val="80000"/>
              </a:schemeClr>
            </a:solidFill>
          </a:endParaRPr>
        </a:p>
      </dsp:txBody>
      <dsp:txXfrm>
        <a:off x="49975" y="4096572"/>
        <a:ext cx="9102107" cy="923800"/>
      </dsp:txXfrm>
    </dsp:sp>
    <dsp:sp modelId="{F4EB646D-DBB1-49C1-AC90-632157C943A5}">
      <dsp:nvSpPr>
        <dsp:cNvPr id="0" name=""/>
        <dsp:cNvSpPr/>
      </dsp:nvSpPr>
      <dsp:spPr>
        <a:xfrm>
          <a:off x="0" y="5070347"/>
          <a:ext cx="9202057"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2165"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en-US" sz="3900" kern="1200" dirty="0" smtClean="0"/>
            <a:t>To use the exact words of the original.</a:t>
          </a:r>
          <a:endParaRPr lang="en-US" sz="3900" kern="1200" dirty="0"/>
        </a:p>
      </dsp:txBody>
      <dsp:txXfrm>
        <a:off x="0" y="5070347"/>
        <a:ext cx="9202057" cy="82800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type="flowChartManualOperation" r:blip="" rot="-90">
              <dgm:adjLst/>
            </dgm:shape>
          </dgm:if>
          <dgm:else name="Name6">
            <dgm:shape xmlns:r="http://schemas.openxmlformats.org/officeDocument/2006/relationships" type="flowChartManualOperation" r:blip="" rot="90">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359DCB-2F1E-4232-A4A8-8AEF502D32EE}" type="datetimeFigureOut">
              <a:rPr lang="en-PH" smtClean="0"/>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46A712-E8E4-42B8-B875-62803A55F280}" type="slidenum">
              <a:rPr lang="en-PH" smtClean="0"/>
            </a:fld>
            <a:endParaRPr lang="en-PH"/>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slideserve.com/kaylee/chapter-2-literature-review" TargetMode="External"/><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This is just a presentation.</a:t>
            </a:r>
            <a:r>
              <a:rPr lang="en-PH" baseline="0" dirty="0" smtClean="0"/>
              <a:t> This is not the way we write an RRL.</a:t>
            </a:r>
            <a:endParaRPr lang="en-PH" baseline="0"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smtClean="0"/>
              <a:t>Reference:</a:t>
            </a:r>
            <a:endParaRPr lang="en-PH" dirty="0" smtClean="0"/>
          </a:p>
          <a:p>
            <a:r>
              <a:rPr lang="en-PH" dirty="0" smtClean="0"/>
              <a:t> Charles S. and Donna H. Bryan School of Medicine</a:t>
            </a:r>
            <a:r>
              <a:rPr lang="en-PH" baseline="0" dirty="0" smtClean="0"/>
              <a:t> Library School of Medicine Columbia University of South Carolina </a:t>
            </a:r>
            <a:r>
              <a:rPr lang="en-PH" dirty="0" smtClean="0"/>
              <a:t>https://uscmed.sc.libguides.com/c.php?g=477787&amp;p=3266941#:~:text=APA%20in%2Dtext%20citation%20style,numbers%2C%20use%20a%20paragraph%20number</a:t>
            </a:r>
            <a:r>
              <a:rPr lang="en-PH" baseline="0" dirty="0" smtClean="0"/>
              <a:t> </a:t>
            </a:r>
            <a:endParaRPr lang="en-PH" baseline="0" dirty="0" smtClean="0"/>
          </a:p>
          <a:p>
            <a:endParaRPr lang="en-PH" dirty="0" smtClean="0"/>
          </a:p>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smtClean="0">
                <a:hlinkClick r:id="rId3"/>
              </a:rPr>
              <a:t>https://www.slideserve.com/kaylee/chapter-2-literature-review</a:t>
            </a:r>
            <a:r>
              <a:rPr lang="en-PH" sz="1200" dirty="0" smtClean="0"/>
              <a:t> </a:t>
            </a:r>
            <a:endParaRPr lang="en-PH" sz="1200" dirty="0" smtClean="0"/>
          </a:p>
          <a:p>
            <a:endParaRPr lang="en-PH" dirty="0" smtClean="0"/>
          </a:p>
          <a:p>
            <a:endParaRPr lang="en-PH" dirty="0"/>
          </a:p>
        </p:txBody>
      </p:sp>
      <p:sp>
        <p:nvSpPr>
          <p:cNvPr id="4" name="Slide Number Placeholder 3"/>
          <p:cNvSpPr>
            <a:spLocks noGrp="1"/>
          </p:cNvSpPr>
          <p:nvPr>
            <p:ph type="sldNum" sz="quarter" idx="10"/>
          </p:nvPr>
        </p:nvSpPr>
        <p:spPr/>
        <p:txBody>
          <a:bodyPr/>
          <a:lstStyle/>
          <a:p>
            <a:fld id="{9F46A712-E8E4-42B8-B875-62803A55F280}" type="slidenum">
              <a:rPr lang="en-PH" smtClean="0"/>
            </a:fld>
            <a:endParaRPr lang="en-P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08B9EBBA-996F-894A-B54A-D6246ED52CEA}" type="datetimeFigureOut">
              <a:rPr lang="en-US" smtClean="0"/>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DFA1846-DA80-1C48-A609-854EA85C59AD}" type="datetimeFigureOut">
              <a:rPr lang="en-US" smtClean="0"/>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D0DF5E60-9974-AC48-9591-99C2BB44B7CF}" type="datetimeFigureOut">
              <a:rPr lang="en-US" smtClean="0"/>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18C79C5D-2A6F-F04D-97DA-BEF2467B64E4}"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D62726E-379B-B349-9EED-81ED093FA806}" type="datetimeFigureOut">
              <a:rPr lang="en-US" smtClean="0"/>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09B482E8-6E0E-1B4F-B1FD-C69DB9E858D9}" type="datetimeFigureOut">
              <a:rPr lang="en-US" smtClean="0"/>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s://www.youtube.com/watch?v=YfFHvrG4ekI" TargetMode="Externa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7.wdp"/><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hyperlink" Target="https://www.slideserve.com/kaylee/chapter-2-literature-review" TargetMode="Externa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9" Type="http://schemas.openxmlformats.org/officeDocument/2006/relationships/diagramColors" Target="../diagrams/colors4.xml"/><Relationship Id="rId8" Type="http://schemas.openxmlformats.org/officeDocument/2006/relationships/diagramQuickStyle" Target="../diagrams/quickStyle4.xml"/><Relationship Id="rId7" Type="http://schemas.openxmlformats.org/officeDocument/2006/relationships/diagramLayout" Target="../diagrams/layout4.xml"/><Relationship Id="rId6" Type="http://schemas.openxmlformats.org/officeDocument/2006/relationships/diagramData" Target="../diagrams/data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1" Type="http://schemas.openxmlformats.org/officeDocument/2006/relationships/slideLayout" Target="../slideLayouts/slideLayout7.xml"/><Relationship Id="rId10" Type="http://schemas.microsoft.com/office/2007/relationships/diagramDrawing" Target="../diagrams/drawing4.xml"/><Relationship Id="rId1" Type="http://schemas.openxmlformats.org/officeDocument/2006/relationships/diagramData" Target="../diagrams/data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1194" y="540689"/>
            <a:ext cx="10993549" cy="2472855"/>
          </a:xfrm>
        </p:spPr>
        <p:txBody>
          <a:bodyPr>
            <a:noAutofit/>
          </a:bodyPr>
          <a:lstStyle/>
          <a:p>
            <a:r>
              <a:rPr lang="en-US" sz="5400" b="1" dirty="0" smtClean="0"/>
              <a:t>Ways in writing review of related literature and technical backgroun</a:t>
            </a:r>
            <a:r>
              <a:rPr lang="en-US" sz="4000" b="1" dirty="0" smtClean="0"/>
              <a:t>d</a:t>
            </a:r>
            <a:endParaRPr lang="en-PH" sz="4000" b="1" dirty="0"/>
          </a:p>
        </p:txBody>
      </p:sp>
      <p:pic>
        <p:nvPicPr>
          <p:cNvPr id="4" name="Picture 3" descr="Work and Save LD 1318: Help Us Spread the Word - CA$H Main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1419" y="3013544"/>
            <a:ext cx="11306755" cy="3390237"/>
          </a:xfrm>
          <a:prstGeom prst="rect">
            <a:avLst/>
          </a:prstGeom>
        </p:spPr>
      </p:pic>
      <p:sp>
        <p:nvSpPr>
          <p:cNvPr id="3" name="Rectangle 2"/>
          <p:cNvSpPr/>
          <p:nvPr/>
        </p:nvSpPr>
        <p:spPr>
          <a:xfrm>
            <a:off x="176505" y="6273225"/>
            <a:ext cx="5009434" cy="584775"/>
          </a:xfrm>
          <a:prstGeom prst="rect">
            <a:avLst/>
          </a:prstGeom>
          <a:noFill/>
        </p:spPr>
        <p:txBody>
          <a:bodyPr wrap="square" lIns="91440" tIns="45720" rIns="91440" bIns="45720">
            <a:spAutoFit/>
          </a:bodyPr>
          <a:lstStyle/>
          <a:p>
            <a:pPr algn="ctr"/>
            <a:r>
              <a:rPr lang="en-US" sz="1600" b="0" cap="none" spc="0" dirty="0" smtClean="0">
                <a:ln w="0"/>
                <a:solidFill>
                  <a:schemeClr val="tx1"/>
                </a:solidFill>
                <a:effectLst>
                  <a:outerShdw blurRad="38100" dist="19050" dir="2700000" algn="tl" rotWithShape="0">
                    <a:schemeClr val="dk1">
                      <a:alpha val="40000"/>
                    </a:schemeClr>
                  </a:outerShdw>
                </a:effectLst>
              </a:rPr>
              <a:t>Source: Prof. Jocelyn </a:t>
            </a:r>
            <a:r>
              <a:rPr lang="en-US" sz="1600" b="0" cap="none" spc="0" dirty="0" err="1" smtClean="0">
                <a:ln w="0"/>
                <a:solidFill>
                  <a:schemeClr val="tx1"/>
                </a:solidFill>
                <a:effectLst>
                  <a:outerShdw blurRad="38100" dist="19050" dir="2700000" algn="tl" rotWithShape="0">
                    <a:schemeClr val="dk1">
                      <a:alpha val="40000"/>
                    </a:schemeClr>
                  </a:outerShdw>
                </a:effectLst>
              </a:rPr>
              <a:t>Gagalang</a:t>
            </a:r>
            <a:r>
              <a:rPr lang="en-US" sz="1600" dirty="0">
                <a:ln w="0"/>
                <a:effectLst>
                  <a:outerShdw blurRad="38100" dist="19050" dir="2700000" algn="tl" rotWithShape="0">
                    <a:schemeClr val="dk1">
                      <a:alpha val="40000"/>
                    </a:schemeClr>
                  </a:outerShdw>
                </a:effectLst>
              </a:rPr>
              <a:t> </a:t>
            </a:r>
            <a:r>
              <a:rPr lang="en-US" sz="1600" dirty="0">
                <a:ln w="0"/>
                <a:effectLst>
                  <a:outerShdw blurRad="38100" dist="19050" dir="2700000" algn="tl" rotWithShape="0">
                    <a:schemeClr val="dk1">
                      <a:alpha val="40000"/>
                    </a:schemeClr>
                  </a:outerShdw>
                </a:effectLst>
                <a:hlinkClick r:id="rId2"/>
              </a:rPr>
              <a:t>https://</a:t>
            </a:r>
            <a:r>
              <a:rPr lang="en-US" sz="1600" dirty="0" smtClean="0">
                <a:ln w="0"/>
                <a:effectLst>
                  <a:outerShdw blurRad="38100" dist="19050" dir="2700000" algn="tl" rotWithShape="0">
                    <a:schemeClr val="dk1">
                      <a:alpha val="40000"/>
                    </a:schemeClr>
                  </a:outerShdw>
                </a:effectLst>
                <a:hlinkClick r:id="rId2"/>
              </a:rPr>
              <a:t>www.youtube.com/watch?v=YfFHvrG4ekI</a:t>
            </a:r>
            <a:r>
              <a:rPr lang="en-US" sz="1600" dirty="0" smtClean="0">
                <a:ln w="0"/>
                <a:effectLst>
                  <a:outerShdw blurRad="38100" dist="19050" dir="2700000" algn="tl" rotWithShape="0">
                    <a:schemeClr val="dk1">
                      <a:alpha val="40000"/>
                    </a:schemeClr>
                  </a:outerShdw>
                </a:effectLst>
              </a:rPr>
              <a:t> </a:t>
            </a:r>
            <a:endParaRPr lang="en-US" sz="16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Introduction:</a:t>
            </a:r>
            <a:endParaRPr lang="en-PH" sz="4000" dirty="0"/>
          </a:p>
        </p:txBody>
      </p:sp>
      <p:sp>
        <p:nvSpPr>
          <p:cNvPr id="3" name="Content Placeholder 2"/>
          <p:cNvSpPr>
            <a:spLocks noGrp="1"/>
          </p:cNvSpPr>
          <p:nvPr>
            <p:ph idx="1"/>
          </p:nvPr>
        </p:nvSpPr>
        <p:spPr>
          <a:xfrm>
            <a:off x="445274" y="2180496"/>
            <a:ext cx="11165534" cy="3678303"/>
          </a:xfrm>
        </p:spPr>
        <p:txBody>
          <a:bodyPr>
            <a:noAutofit/>
          </a:bodyPr>
          <a:lstStyle/>
          <a:p>
            <a:r>
              <a:rPr lang="en-US" sz="2400" dirty="0" smtClean="0">
                <a:solidFill>
                  <a:schemeClr val="tx1"/>
                </a:solidFill>
              </a:rPr>
              <a:t>A Literature Review is a descriptive summary of research on a topic that has previously been studied. </a:t>
            </a:r>
            <a:endParaRPr lang="en-US" sz="2400" dirty="0">
              <a:solidFill>
                <a:schemeClr val="tx1"/>
              </a:solidFill>
            </a:endParaRPr>
          </a:p>
          <a:p>
            <a:r>
              <a:rPr lang="en-US" sz="2400" dirty="0" smtClean="0">
                <a:solidFill>
                  <a:schemeClr val="tx1"/>
                </a:solidFill>
              </a:rPr>
              <a:t>The purpose of a literature review is to inform readers of the significant knowledge and ideas that have been established on a topic. Its purpose is to compare, contrast and/or connect findings that were identified when reviewing researchers’ work.</a:t>
            </a:r>
            <a:endParaRPr lang="en-US" sz="2400" dirty="0" smtClean="0">
              <a:solidFill>
                <a:schemeClr val="tx1"/>
              </a:solidFill>
            </a:endParaRPr>
          </a:p>
          <a:p>
            <a:r>
              <a:rPr lang="en-US" sz="2400" dirty="0" smtClean="0">
                <a:solidFill>
                  <a:schemeClr val="tx1"/>
                </a:solidFill>
              </a:rPr>
              <a:t>The of purpose of this literature review is to establish an educational research context for your action research project by comprehensively identifying what is known about the topic (or question) that you are studying. </a:t>
            </a:r>
            <a:endParaRPr lang="en-US" sz="2400" dirty="0" smtClean="0">
              <a:solidFill>
                <a:schemeClr val="tx1"/>
              </a:solidFill>
            </a:endParaRPr>
          </a:p>
          <a:p>
            <a:r>
              <a:rPr lang="en-US" sz="2400" dirty="0" smtClean="0">
                <a:solidFill>
                  <a:schemeClr val="tx1"/>
                </a:solidFill>
              </a:rPr>
              <a:t>Students’ writing should provide a broad, critical analysis of literature using a coherent organizational structure.</a:t>
            </a:r>
            <a:endParaRPr lang="en-PH" sz="24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What is RRLs for?</a:t>
            </a:r>
            <a:endParaRPr lang="en-PH" sz="4000" cap="none" dirty="0"/>
          </a:p>
        </p:txBody>
      </p:sp>
      <p:sp>
        <p:nvSpPr>
          <p:cNvPr id="3" name="Content Placeholder 2"/>
          <p:cNvSpPr>
            <a:spLocks noGrp="1"/>
          </p:cNvSpPr>
          <p:nvPr>
            <p:ph idx="1"/>
          </p:nvPr>
        </p:nvSpPr>
        <p:spPr>
          <a:xfrm>
            <a:off x="445274" y="2700449"/>
            <a:ext cx="11165534" cy="3678303"/>
          </a:xfrm>
        </p:spPr>
        <p:txBody>
          <a:bodyPr>
            <a:noAutofit/>
          </a:bodyPr>
          <a:lstStyle/>
          <a:p>
            <a:r>
              <a:rPr lang="en-US" sz="4400" dirty="0" smtClean="0">
                <a:solidFill>
                  <a:schemeClr val="tx1"/>
                </a:solidFill>
              </a:rPr>
              <a:t>To gain better and in-depth understanding of your study focus</a:t>
            </a:r>
            <a:endParaRPr lang="en-US" sz="4400" dirty="0" smtClean="0">
              <a:solidFill>
                <a:schemeClr val="tx1"/>
              </a:solidFill>
            </a:endParaRPr>
          </a:p>
          <a:p>
            <a:r>
              <a:rPr lang="en-US" sz="4400" dirty="0" smtClean="0">
                <a:solidFill>
                  <a:schemeClr val="tx1"/>
                </a:solidFill>
              </a:rPr>
              <a:t>To examine gaps</a:t>
            </a:r>
            <a:endParaRPr lang="en-US" sz="4400" dirty="0" smtClean="0">
              <a:solidFill>
                <a:schemeClr val="tx1"/>
              </a:solidFill>
            </a:endParaRPr>
          </a:p>
          <a:p>
            <a:r>
              <a:rPr lang="en-US" sz="4400" dirty="0" smtClean="0">
                <a:solidFill>
                  <a:schemeClr val="tx1"/>
                </a:solidFill>
              </a:rPr>
              <a:t>To gain insights from previous studies-presentation, processes, techniques (total exposure)</a:t>
            </a:r>
            <a:endParaRPr lang="en-US" sz="4400" dirty="0" smtClean="0">
              <a:solidFill>
                <a:schemeClr val="tx1"/>
              </a:solidFill>
            </a:endParaRPr>
          </a:p>
          <a:p>
            <a:endParaRPr lang="en-PH" sz="2400" dirty="0"/>
          </a:p>
        </p:txBody>
      </p:sp>
      <p:pic>
        <p:nvPicPr>
          <p:cNvPr id="4" name="Picture 3" descr="Thinking Child Clipart Transparent Png - Child Thinking Clipart, Png ..."/>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29961" y="2700449"/>
            <a:ext cx="1698093" cy="258860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Characteristics:</a:t>
            </a:r>
            <a:endParaRPr lang="en-PH" sz="4000" cap="none" dirty="0"/>
          </a:p>
        </p:txBody>
      </p:sp>
      <p:sp>
        <p:nvSpPr>
          <p:cNvPr id="3" name="Content Placeholder 2"/>
          <p:cNvSpPr>
            <a:spLocks noGrp="1"/>
          </p:cNvSpPr>
          <p:nvPr>
            <p:ph idx="1"/>
          </p:nvPr>
        </p:nvSpPr>
        <p:spPr>
          <a:xfrm>
            <a:off x="445274" y="2700449"/>
            <a:ext cx="11165534" cy="3678303"/>
          </a:xfrm>
        </p:spPr>
        <p:txBody>
          <a:bodyPr>
            <a:noAutofit/>
          </a:bodyPr>
          <a:lstStyle/>
          <a:p>
            <a:r>
              <a:rPr lang="en-US" sz="4400" dirty="0" smtClean="0">
                <a:solidFill>
                  <a:schemeClr val="tx1"/>
                </a:solidFill>
              </a:rPr>
              <a:t>Relevant (highly connected)</a:t>
            </a:r>
            <a:endParaRPr lang="en-US" sz="4400" dirty="0" smtClean="0">
              <a:solidFill>
                <a:schemeClr val="tx1"/>
              </a:solidFill>
            </a:endParaRPr>
          </a:p>
          <a:p>
            <a:r>
              <a:rPr lang="en-US" sz="4400" dirty="0" smtClean="0">
                <a:solidFill>
                  <a:schemeClr val="tx1"/>
                </a:solidFill>
              </a:rPr>
              <a:t>Recent (not long ago, current)</a:t>
            </a:r>
            <a:endParaRPr lang="en-US" sz="4400" dirty="0" smtClean="0">
              <a:solidFill>
                <a:schemeClr val="tx1"/>
              </a:solidFill>
            </a:endParaRPr>
          </a:p>
          <a:p>
            <a:r>
              <a:rPr lang="en-US" sz="4400" dirty="0" smtClean="0">
                <a:solidFill>
                  <a:schemeClr val="tx1"/>
                </a:solidFill>
              </a:rPr>
              <a:t>Sufficient (not too few, not too many)</a:t>
            </a:r>
            <a:endParaRPr lang="en-US" sz="4400" dirty="0" smtClean="0">
              <a:solidFill>
                <a:schemeClr val="tx1"/>
              </a:solidFill>
            </a:endParaRPr>
          </a:p>
          <a:p>
            <a:endParaRPr lang="en-PH" sz="2400" dirty="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What are the possible sources?</a:t>
            </a:r>
            <a:endParaRPr lang="en-PH" sz="4000" cap="none" dirty="0"/>
          </a:p>
        </p:txBody>
      </p:sp>
      <p:sp>
        <p:nvSpPr>
          <p:cNvPr id="3" name="Content Placeholder 2"/>
          <p:cNvSpPr>
            <a:spLocks noGrp="1"/>
          </p:cNvSpPr>
          <p:nvPr>
            <p:ph idx="1"/>
          </p:nvPr>
        </p:nvSpPr>
        <p:spPr>
          <a:xfrm>
            <a:off x="834889" y="2115047"/>
            <a:ext cx="4222142" cy="4683318"/>
          </a:xfrm>
        </p:spPr>
        <p:txBody>
          <a:bodyPr>
            <a:noAutofit/>
          </a:bodyPr>
          <a:lstStyle/>
          <a:p>
            <a:pPr marL="0" indent="0">
              <a:spcBef>
                <a:spcPts val="0"/>
              </a:spcBef>
              <a:spcAft>
                <a:spcPts val="0"/>
              </a:spcAft>
              <a:buNone/>
            </a:pPr>
            <a:r>
              <a:rPr lang="en-US" sz="2800" b="1" dirty="0" smtClean="0">
                <a:solidFill>
                  <a:schemeClr val="tx1"/>
                </a:solidFill>
              </a:rPr>
              <a:t>Literature</a:t>
            </a:r>
            <a:endParaRPr lang="en-US" sz="2800" b="1" dirty="0" smtClean="0">
              <a:solidFill>
                <a:schemeClr val="tx1"/>
              </a:solidFill>
            </a:endParaRPr>
          </a:p>
          <a:p>
            <a:r>
              <a:rPr lang="en-US" sz="2800" dirty="0" smtClean="0">
                <a:solidFill>
                  <a:schemeClr val="tx1"/>
                </a:solidFill>
              </a:rPr>
              <a:t>Books</a:t>
            </a:r>
            <a:endParaRPr lang="en-US" sz="2800" dirty="0" smtClean="0">
              <a:solidFill>
                <a:schemeClr val="tx1"/>
              </a:solidFill>
            </a:endParaRPr>
          </a:p>
          <a:p>
            <a:r>
              <a:rPr lang="en-US" sz="2800" dirty="0" smtClean="0">
                <a:solidFill>
                  <a:schemeClr val="tx1"/>
                </a:solidFill>
              </a:rPr>
              <a:t>Professional Journal Articles</a:t>
            </a:r>
            <a:endParaRPr lang="en-US" sz="2800" dirty="0" smtClean="0">
              <a:solidFill>
                <a:schemeClr val="tx1"/>
              </a:solidFill>
            </a:endParaRPr>
          </a:p>
          <a:p>
            <a:r>
              <a:rPr lang="en-US" sz="2800" dirty="0" smtClean="0">
                <a:solidFill>
                  <a:schemeClr val="tx1"/>
                </a:solidFill>
              </a:rPr>
              <a:t>Newspapers</a:t>
            </a:r>
            <a:endParaRPr lang="en-US" sz="2800" dirty="0" smtClean="0">
              <a:solidFill>
                <a:schemeClr val="tx1"/>
              </a:solidFill>
            </a:endParaRPr>
          </a:p>
          <a:p>
            <a:r>
              <a:rPr lang="en-US" sz="2800" dirty="0" smtClean="0">
                <a:solidFill>
                  <a:schemeClr val="tx1"/>
                </a:solidFill>
              </a:rPr>
              <a:t>Magazines</a:t>
            </a:r>
            <a:endParaRPr lang="en-US" sz="2800" dirty="0" smtClean="0">
              <a:solidFill>
                <a:schemeClr val="tx1"/>
              </a:solidFill>
            </a:endParaRPr>
          </a:p>
          <a:p>
            <a:r>
              <a:rPr lang="en-US" sz="2800" dirty="0" smtClean="0">
                <a:solidFill>
                  <a:schemeClr val="tx1"/>
                </a:solidFill>
              </a:rPr>
              <a:t>Letters</a:t>
            </a:r>
            <a:endParaRPr lang="en-US" sz="2800" dirty="0" smtClean="0">
              <a:solidFill>
                <a:schemeClr val="tx1"/>
              </a:solidFill>
            </a:endParaRPr>
          </a:p>
          <a:p>
            <a:r>
              <a:rPr lang="en-US" sz="2800" dirty="0" smtClean="0">
                <a:solidFill>
                  <a:schemeClr val="tx1"/>
                </a:solidFill>
              </a:rPr>
              <a:t>Interviews</a:t>
            </a:r>
            <a:endParaRPr lang="en-US" sz="2800" dirty="0" smtClean="0">
              <a:solidFill>
                <a:schemeClr val="tx1"/>
              </a:solidFill>
            </a:endParaRPr>
          </a:p>
          <a:p>
            <a:r>
              <a:rPr lang="en-US" sz="2800" dirty="0" smtClean="0">
                <a:solidFill>
                  <a:schemeClr val="tx1"/>
                </a:solidFill>
              </a:rPr>
              <a:t>Poems, Biographies, etc.</a:t>
            </a:r>
            <a:endParaRPr lang="en-US" sz="2800" dirty="0" smtClean="0">
              <a:solidFill>
                <a:schemeClr val="tx1"/>
              </a:solidFill>
            </a:endParaRPr>
          </a:p>
          <a:p>
            <a:endParaRPr lang="en-PH" sz="1400" dirty="0"/>
          </a:p>
        </p:txBody>
      </p:sp>
      <p:sp>
        <p:nvSpPr>
          <p:cNvPr id="4" name="Content Placeholder 2"/>
          <p:cNvSpPr txBox="1"/>
          <p:nvPr/>
        </p:nvSpPr>
        <p:spPr>
          <a:xfrm>
            <a:off x="6402127" y="1914595"/>
            <a:ext cx="4222142" cy="4883770"/>
          </a:xfrm>
          <a:prstGeom prst="rect">
            <a:avLst/>
          </a:prstGeom>
        </p:spPr>
        <p:txBody>
          <a:bodyPr vert="horz" lIns="91440" tIns="45720" rIns="91440" bIns="45720" rtlCol="0" anchor="ctr">
            <a:no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spcBef>
                <a:spcPts val="0"/>
              </a:spcBef>
              <a:spcAft>
                <a:spcPts val="0"/>
              </a:spcAft>
              <a:buFont typeface="Wingdings 2" panose="05020102010507070707" pitchFamily="18" charset="2"/>
              <a:buNone/>
            </a:pPr>
            <a:r>
              <a:rPr lang="en-US" sz="2800" b="1" dirty="0" smtClean="0">
                <a:solidFill>
                  <a:schemeClr val="tx1"/>
                </a:solidFill>
              </a:rPr>
              <a:t>Studies</a:t>
            </a:r>
            <a:endParaRPr lang="en-US" sz="2800" b="1" dirty="0" smtClean="0">
              <a:solidFill>
                <a:schemeClr val="tx1"/>
              </a:solidFill>
            </a:endParaRPr>
          </a:p>
          <a:p>
            <a:r>
              <a:rPr lang="en-US" sz="2800" dirty="0" smtClean="0">
                <a:solidFill>
                  <a:schemeClr val="tx1"/>
                </a:solidFill>
              </a:rPr>
              <a:t>Peer-reviewed research Journals</a:t>
            </a:r>
            <a:endParaRPr lang="en-US" sz="2800" dirty="0" smtClean="0">
              <a:solidFill>
                <a:schemeClr val="tx1"/>
              </a:solidFill>
            </a:endParaRPr>
          </a:p>
          <a:p>
            <a:r>
              <a:rPr lang="en-US" sz="2800" dirty="0" smtClean="0">
                <a:solidFill>
                  <a:schemeClr val="tx1"/>
                </a:solidFill>
              </a:rPr>
              <a:t>Unpublished Theses &amp; Dissertations</a:t>
            </a:r>
            <a:endParaRPr lang="en-US" sz="2800" dirty="0" smtClean="0">
              <a:solidFill>
                <a:schemeClr val="tx1"/>
              </a:solidFill>
            </a:endParaRPr>
          </a:p>
          <a:p>
            <a:r>
              <a:rPr lang="en-US" sz="2800" dirty="0" smtClean="0">
                <a:solidFill>
                  <a:schemeClr val="tx1"/>
                </a:solidFill>
              </a:rPr>
              <a:t>Government Reports and others</a:t>
            </a:r>
            <a:endParaRPr lang="en-US" sz="2800" dirty="0" smtClean="0">
              <a:solidFill>
                <a:schemeClr val="tx1"/>
              </a:solidFill>
            </a:endParaRPr>
          </a:p>
          <a:p>
            <a:endParaRPr lang="en-US" sz="2800" dirty="0"/>
          </a:p>
          <a:p>
            <a:pPr marL="0" indent="0">
              <a:buNone/>
            </a:pPr>
            <a:endParaRPr lang="en-US" sz="2800" dirty="0" smtClean="0"/>
          </a:p>
          <a:p>
            <a:endParaRPr lang="en-PH" sz="1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How to Write?</a:t>
            </a:r>
            <a:endParaRPr lang="en-PH" sz="4000" cap="none" dirty="0"/>
          </a:p>
        </p:txBody>
      </p:sp>
      <p:sp>
        <p:nvSpPr>
          <p:cNvPr id="3" name="Content Placeholder 2"/>
          <p:cNvSpPr>
            <a:spLocks noGrp="1"/>
          </p:cNvSpPr>
          <p:nvPr>
            <p:ph idx="1"/>
          </p:nvPr>
        </p:nvSpPr>
        <p:spPr>
          <a:xfrm>
            <a:off x="453226" y="2067339"/>
            <a:ext cx="11251094" cy="4683318"/>
          </a:xfrm>
        </p:spPr>
        <p:txBody>
          <a:bodyPr>
            <a:noAutofit/>
          </a:bodyPr>
          <a:lstStyle/>
          <a:p>
            <a:pPr marL="514350" indent="-514350">
              <a:spcBef>
                <a:spcPts val="0"/>
              </a:spcBef>
              <a:spcAft>
                <a:spcPts val="0"/>
              </a:spcAft>
              <a:buFont typeface="+mj-lt"/>
              <a:buAutoNum type="arabicPeriod"/>
            </a:pPr>
            <a:r>
              <a:rPr lang="en-US" sz="2800" dirty="0" smtClean="0">
                <a:solidFill>
                  <a:schemeClr val="tx1"/>
                </a:solidFill>
              </a:rPr>
              <a:t>Decide on the themes. (aspects, base on your project title, highly relevant)</a:t>
            </a:r>
            <a:endParaRPr lang="en-US" sz="2800" dirty="0" smtClean="0">
              <a:solidFill>
                <a:schemeClr val="tx1"/>
              </a:solidFill>
            </a:endParaRPr>
          </a:p>
          <a:p>
            <a:pPr marL="514350" indent="-514350">
              <a:spcBef>
                <a:spcPts val="0"/>
              </a:spcBef>
              <a:spcAft>
                <a:spcPts val="0"/>
              </a:spcAft>
              <a:buFont typeface="+mj-lt"/>
              <a:buAutoNum type="arabicPeriod"/>
            </a:pPr>
            <a:r>
              <a:rPr lang="en-US" sz="2800" dirty="0" smtClean="0">
                <a:solidFill>
                  <a:schemeClr val="tx1"/>
                </a:solidFill>
              </a:rPr>
              <a:t>Read and evaluate literature and studies to be included.</a:t>
            </a:r>
            <a:endParaRPr lang="en-US" sz="2800" dirty="0" smtClean="0">
              <a:solidFill>
                <a:schemeClr val="tx1"/>
              </a:solidFill>
            </a:endParaRPr>
          </a:p>
          <a:p>
            <a:pPr marL="514350" indent="-514350">
              <a:spcBef>
                <a:spcPts val="0"/>
              </a:spcBef>
              <a:spcAft>
                <a:spcPts val="0"/>
              </a:spcAft>
              <a:buFont typeface="+mj-lt"/>
              <a:buAutoNum type="arabicPeriod"/>
            </a:pPr>
            <a:r>
              <a:rPr lang="en-US" sz="2800" dirty="0" smtClean="0">
                <a:solidFill>
                  <a:schemeClr val="tx1"/>
                </a:solidFill>
              </a:rPr>
              <a:t>Write the topic sentence and organized and </a:t>
            </a:r>
            <a:r>
              <a:rPr lang="en-US" sz="2800" b="1" dirty="0" smtClean="0">
                <a:solidFill>
                  <a:schemeClr val="tx1"/>
                </a:solidFill>
              </a:rPr>
              <a:t>paraphrased</a:t>
            </a:r>
            <a:r>
              <a:rPr lang="en-US" sz="2800" dirty="0" smtClean="0">
                <a:solidFill>
                  <a:schemeClr val="tx1"/>
                </a:solidFill>
              </a:rPr>
              <a:t> literature and studies.</a:t>
            </a:r>
            <a:endParaRPr lang="en-US" sz="2800" dirty="0" smtClean="0">
              <a:solidFill>
                <a:schemeClr val="tx1"/>
              </a:solidFill>
            </a:endParaRPr>
          </a:p>
          <a:p>
            <a:pPr marL="514350" indent="-514350">
              <a:spcBef>
                <a:spcPts val="0"/>
              </a:spcBef>
              <a:spcAft>
                <a:spcPts val="0"/>
              </a:spcAft>
              <a:buFont typeface="+mj-lt"/>
              <a:buAutoNum type="arabicPeriod"/>
            </a:pPr>
            <a:r>
              <a:rPr lang="en-US" sz="2800" dirty="0" smtClean="0">
                <a:solidFill>
                  <a:schemeClr val="tx1"/>
                </a:solidFill>
              </a:rPr>
              <a:t>Use transition words. (likewise, furthermore, moreover, however, on the other hand)</a:t>
            </a:r>
            <a:endParaRPr lang="en-US" sz="2800" dirty="0" smtClean="0">
              <a:solidFill>
                <a:schemeClr val="tx1"/>
              </a:solidFill>
            </a:endParaRPr>
          </a:p>
          <a:p>
            <a:pPr marL="514350" indent="-514350">
              <a:spcBef>
                <a:spcPts val="0"/>
              </a:spcBef>
              <a:spcAft>
                <a:spcPts val="0"/>
              </a:spcAft>
              <a:buFont typeface="+mj-lt"/>
              <a:buAutoNum type="arabicPeriod"/>
            </a:pPr>
            <a:r>
              <a:rPr lang="en-US" sz="2800" dirty="0" smtClean="0">
                <a:solidFill>
                  <a:schemeClr val="tx1"/>
                </a:solidFill>
              </a:rPr>
              <a:t>Recheck the contents and make adjustments if necessary.</a:t>
            </a:r>
            <a:endParaRPr lang="en-US" sz="2800" dirty="0" smtClean="0">
              <a:solidFill>
                <a:schemeClr val="tx1"/>
              </a:solidFill>
            </a:endParaRPr>
          </a:p>
          <a:p>
            <a:endParaRPr lang="en-PH" sz="1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Sample</a:t>
            </a:r>
            <a:endParaRPr lang="en-PH" sz="4000" cap="none" dirty="0"/>
          </a:p>
        </p:txBody>
      </p:sp>
      <p:sp>
        <p:nvSpPr>
          <p:cNvPr id="3" name="Content Placeholder 2"/>
          <p:cNvSpPr>
            <a:spLocks noGrp="1"/>
          </p:cNvSpPr>
          <p:nvPr>
            <p:ph idx="1"/>
          </p:nvPr>
        </p:nvSpPr>
        <p:spPr>
          <a:xfrm>
            <a:off x="453226" y="2067339"/>
            <a:ext cx="11251094" cy="4683318"/>
          </a:xfrm>
        </p:spPr>
        <p:txBody>
          <a:bodyPr>
            <a:noAutofit/>
          </a:bodyPr>
          <a:lstStyle/>
          <a:p>
            <a:pPr marL="0" indent="0">
              <a:buNone/>
            </a:pPr>
            <a:r>
              <a:rPr lang="en-PH" sz="2800" dirty="0" smtClean="0">
                <a:solidFill>
                  <a:schemeClr val="tx1"/>
                </a:solidFill>
                <a:latin typeface="Arial" panose="020B0604020202020204" pitchFamily="34" charset="0"/>
                <a:cs typeface="Arial" panose="020B0604020202020204" pitchFamily="34" charset="0"/>
              </a:rPr>
              <a:t>Reading starts at a young age through gazing at images. Numerous research findings highlight that browsing images among young learners promote love for reading (authors, years). However, author (year), who studied 20 parents and 52 children, conveyed that it is parents’ supervision while children browse that makes a positive difference. Moreover, (author, year) found that exposures to colorful letters and images further reinforce reading tendencies, hence contradicting author’s (year) claim that plain images already suffice.</a:t>
            </a:r>
            <a:endParaRPr lang="en-PH" sz="2800"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What did you notice?</a:t>
            </a:r>
            <a:endParaRPr lang="en-PH" sz="4000" cap="none" dirty="0"/>
          </a:p>
        </p:txBody>
      </p:sp>
      <p:sp>
        <p:nvSpPr>
          <p:cNvPr id="3" name="Content Placeholder 2"/>
          <p:cNvSpPr>
            <a:spLocks noGrp="1"/>
          </p:cNvSpPr>
          <p:nvPr>
            <p:ph idx="1"/>
          </p:nvPr>
        </p:nvSpPr>
        <p:spPr>
          <a:xfrm>
            <a:off x="1871479" y="1964702"/>
            <a:ext cx="7599092" cy="4683318"/>
          </a:xfrm>
        </p:spPr>
        <p:txBody>
          <a:bodyPr>
            <a:noAutofit/>
          </a:bodyPr>
          <a:lstStyle/>
          <a:p>
            <a:pPr marL="0" indent="0">
              <a:buNone/>
            </a:pPr>
            <a:r>
              <a:rPr lang="en-PH" sz="2800" dirty="0" smtClean="0">
                <a:latin typeface="Arial" panose="020B0604020202020204" pitchFamily="34" charset="0"/>
                <a:cs typeface="Arial" panose="020B0604020202020204" pitchFamily="34" charset="0"/>
              </a:rPr>
              <a:t>	</a:t>
            </a:r>
            <a:r>
              <a:rPr lang="en-PH" sz="2800" dirty="0" smtClean="0">
                <a:solidFill>
                  <a:schemeClr val="tx1"/>
                </a:solidFill>
                <a:latin typeface="Arial" panose="020B0604020202020204" pitchFamily="34" charset="0"/>
                <a:cs typeface="Arial" panose="020B0604020202020204" pitchFamily="34" charset="0"/>
              </a:rPr>
              <a:t>According to author (year), reading starts when children . . .</a:t>
            </a:r>
            <a:endParaRPr lang="en-PH" sz="2800" dirty="0" smtClean="0">
              <a:solidFill>
                <a:schemeClr val="tx1"/>
              </a:solidFill>
              <a:latin typeface="Arial" panose="020B0604020202020204" pitchFamily="34" charset="0"/>
              <a:cs typeface="Arial" panose="020B0604020202020204" pitchFamily="34" charset="0"/>
            </a:endParaRPr>
          </a:p>
          <a:p>
            <a:pPr marL="0" indent="0">
              <a:buNone/>
            </a:pPr>
            <a:r>
              <a:rPr lang="en-PH" sz="2800" dirty="0" smtClean="0">
                <a:solidFill>
                  <a:schemeClr val="tx1"/>
                </a:solidFill>
                <a:latin typeface="Arial" panose="020B0604020202020204" pitchFamily="34" charset="0"/>
                <a:cs typeface="Arial" panose="020B0604020202020204" pitchFamily="34" charset="0"/>
              </a:rPr>
              <a:t>	Author (year) found that colors help in developing the reading tendencies of children.</a:t>
            </a:r>
            <a:endParaRPr lang="en-PH" sz="2800" dirty="0" smtClean="0">
              <a:solidFill>
                <a:schemeClr val="tx1"/>
              </a:solidFill>
              <a:latin typeface="Arial" panose="020B0604020202020204" pitchFamily="34" charset="0"/>
              <a:cs typeface="Arial" panose="020B0604020202020204" pitchFamily="34" charset="0"/>
            </a:endParaRPr>
          </a:p>
          <a:p>
            <a:pPr marL="0" indent="0">
              <a:buNone/>
            </a:pPr>
            <a:r>
              <a:rPr lang="en-PH" sz="2800" dirty="0" smtClean="0">
                <a:solidFill>
                  <a:schemeClr val="tx1"/>
                </a:solidFill>
                <a:latin typeface="Arial" panose="020B0604020202020204" pitchFamily="34" charset="0"/>
                <a:cs typeface="Arial" panose="020B0604020202020204" pitchFamily="34" charset="0"/>
              </a:rPr>
              <a:t>	Further, author (year) emphasizes that . . .</a:t>
            </a:r>
            <a:endParaRPr lang="en-PH" sz="2800" dirty="0" smtClean="0">
              <a:solidFill>
                <a:schemeClr val="tx1"/>
              </a:solidFill>
              <a:latin typeface="Arial" panose="020B0604020202020204" pitchFamily="34" charset="0"/>
              <a:cs typeface="Arial" panose="020B0604020202020204" pitchFamily="34" charset="0"/>
            </a:endParaRPr>
          </a:p>
          <a:p>
            <a:pPr marL="0" indent="0">
              <a:buNone/>
            </a:pPr>
            <a:r>
              <a:rPr lang="en-PH" sz="2800" dirty="0">
                <a:solidFill>
                  <a:schemeClr val="tx1"/>
                </a:solidFill>
                <a:latin typeface="Arial" panose="020B0604020202020204" pitchFamily="34" charset="0"/>
                <a:cs typeface="Arial" panose="020B0604020202020204" pitchFamily="34" charset="0"/>
              </a:rPr>
              <a:t>	</a:t>
            </a:r>
            <a:r>
              <a:rPr lang="en-PH" sz="2800" dirty="0" smtClean="0">
                <a:solidFill>
                  <a:schemeClr val="tx1"/>
                </a:solidFill>
                <a:latin typeface="Arial" panose="020B0604020202020204" pitchFamily="34" charset="0"/>
                <a:cs typeface="Arial" panose="020B0604020202020204" pitchFamily="34" charset="0"/>
              </a:rPr>
              <a:t>Likewise, authors (year) argue on . . . </a:t>
            </a:r>
            <a:endParaRPr lang="en-PH" sz="2800" dirty="0" smtClean="0">
              <a:solidFill>
                <a:schemeClr val="tx1"/>
              </a:solidFill>
              <a:latin typeface="Arial" panose="020B0604020202020204" pitchFamily="34" charset="0"/>
              <a:cs typeface="Arial" panose="020B0604020202020204" pitchFamily="34" charset="0"/>
            </a:endParaRPr>
          </a:p>
          <a:p>
            <a:pPr marL="0" indent="0">
              <a:buNone/>
            </a:pPr>
            <a:endParaRPr lang="en-PH" sz="2800" dirty="0">
              <a:solidFill>
                <a:schemeClr val="tx1"/>
              </a:solidFill>
              <a:latin typeface="Arial" panose="020B0604020202020204" pitchFamily="34" charset="0"/>
              <a:cs typeface="Arial" panose="020B0604020202020204" pitchFamily="34" charset="0"/>
            </a:endParaRPr>
          </a:p>
          <a:p>
            <a:pPr marL="0" indent="0">
              <a:buNone/>
            </a:pPr>
            <a:endParaRPr lang="en-PH" sz="2800"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Mistakes to Avoid</a:t>
            </a:r>
            <a:endParaRPr lang="en-PH" sz="4000" cap="none" dirty="0"/>
          </a:p>
        </p:txBody>
      </p:sp>
      <p:sp>
        <p:nvSpPr>
          <p:cNvPr id="3" name="Content Placeholder 2"/>
          <p:cNvSpPr>
            <a:spLocks noGrp="1"/>
          </p:cNvSpPr>
          <p:nvPr>
            <p:ph idx="1"/>
          </p:nvPr>
        </p:nvSpPr>
        <p:spPr>
          <a:xfrm>
            <a:off x="453226" y="2067339"/>
            <a:ext cx="11251094" cy="4683318"/>
          </a:xfrm>
        </p:spPr>
        <p:txBody>
          <a:bodyPr>
            <a:noAutofit/>
          </a:bodyPr>
          <a:lstStyle/>
          <a:p>
            <a:pPr marL="514350" indent="-514350">
              <a:buFont typeface="+mj-lt"/>
              <a:buAutoNum type="arabicPeriod"/>
            </a:pPr>
            <a:r>
              <a:rPr lang="en-PH" sz="2800" dirty="0" smtClean="0">
                <a:solidFill>
                  <a:schemeClr val="tx1"/>
                </a:solidFill>
                <a:latin typeface="Arial" panose="020B0604020202020204" pitchFamily="34" charset="0"/>
                <a:cs typeface="Arial" panose="020B0604020202020204" pitchFamily="34" charset="0"/>
              </a:rPr>
              <a:t>Writing one paragraph per source.</a:t>
            </a:r>
            <a:endParaRPr lang="en-PH" sz="2800" dirty="0" smtClean="0">
              <a:solidFill>
                <a:schemeClr val="tx1"/>
              </a:solidFill>
              <a:latin typeface="Arial" panose="020B0604020202020204" pitchFamily="34" charset="0"/>
              <a:cs typeface="Arial" panose="020B0604020202020204" pitchFamily="34" charset="0"/>
            </a:endParaRPr>
          </a:p>
          <a:p>
            <a:pPr marL="514350" indent="-514350">
              <a:buFont typeface="+mj-lt"/>
              <a:buAutoNum type="arabicPeriod"/>
            </a:pPr>
            <a:r>
              <a:rPr lang="en-PH" sz="2800" dirty="0" smtClean="0">
                <a:solidFill>
                  <a:schemeClr val="tx1"/>
                </a:solidFill>
                <a:latin typeface="Arial" panose="020B0604020202020204" pitchFamily="34" charset="0"/>
                <a:cs typeface="Arial" panose="020B0604020202020204" pitchFamily="34" charset="0"/>
              </a:rPr>
              <a:t>Not analyzing the contents.</a:t>
            </a:r>
            <a:endParaRPr lang="en-PH" sz="2800" dirty="0" smtClean="0">
              <a:solidFill>
                <a:schemeClr val="tx1"/>
              </a:solidFill>
              <a:latin typeface="Arial" panose="020B0604020202020204" pitchFamily="34" charset="0"/>
              <a:cs typeface="Arial" panose="020B0604020202020204" pitchFamily="34" charset="0"/>
            </a:endParaRPr>
          </a:p>
          <a:p>
            <a:pPr marL="514350" indent="-514350">
              <a:buFont typeface="+mj-lt"/>
              <a:buAutoNum type="arabicPeriod"/>
            </a:pPr>
            <a:r>
              <a:rPr lang="en-PH" sz="2800" dirty="0" smtClean="0">
                <a:solidFill>
                  <a:schemeClr val="tx1"/>
                </a:solidFill>
                <a:latin typeface="Arial" panose="020B0604020202020204" pitchFamily="34" charset="0"/>
                <a:cs typeface="Arial" panose="020B0604020202020204" pitchFamily="34" charset="0"/>
              </a:rPr>
              <a:t>Copying and pasting of paragraphs.</a:t>
            </a:r>
            <a:endParaRPr lang="en-PH" sz="2800" dirty="0" smtClean="0">
              <a:solidFill>
                <a:schemeClr val="tx1"/>
              </a:solidFill>
              <a:latin typeface="Arial" panose="020B0604020202020204" pitchFamily="34" charset="0"/>
              <a:cs typeface="Arial" panose="020B0604020202020204" pitchFamily="34" charset="0"/>
            </a:endParaRPr>
          </a:p>
          <a:p>
            <a:pPr marL="514350" indent="-514350">
              <a:buFont typeface="+mj-lt"/>
              <a:buAutoNum type="arabicPeriod"/>
            </a:pPr>
            <a:r>
              <a:rPr lang="en-PH" sz="2800" dirty="0" smtClean="0">
                <a:solidFill>
                  <a:schemeClr val="tx1"/>
                </a:solidFill>
                <a:latin typeface="Arial" panose="020B0604020202020204" pitchFamily="34" charset="0"/>
                <a:cs typeface="Arial" panose="020B0604020202020204" pitchFamily="34" charset="0"/>
              </a:rPr>
              <a:t>Lack of transition words.</a:t>
            </a:r>
            <a:endParaRPr lang="en-PH" sz="2800" dirty="0" smtClean="0">
              <a:solidFill>
                <a:schemeClr val="tx1"/>
              </a:solidFill>
              <a:latin typeface="Arial" panose="020B0604020202020204" pitchFamily="34" charset="0"/>
              <a:cs typeface="Arial" panose="020B0604020202020204" pitchFamily="34" charset="0"/>
            </a:endParaRPr>
          </a:p>
          <a:p>
            <a:pPr marL="514350" indent="-514350">
              <a:buFont typeface="+mj-lt"/>
              <a:buAutoNum type="arabicPeriod"/>
            </a:pPr>
            <a:r>
              <a:rPr lang="en-PH" sz="2800" dirty="0" smtClean="0">
                <a:solidFill>
                  <a:schemeClr val="tx1"/>
                </a:solidFill>
                <a:latin typeface="Arial" panose="020B0604020202020204" pitchFamily="34" charset="0"/>
                <a:cs typeface="Arial" panose="020B0604020202020204" pitchFamily="34" charset="0"/>
              </a:rPr>
              <a:t>Inaccurate in-text citations.</a:t>
            </a:r>
            <a:endParaRPr lang="en-PH" sz="2800" dirty="0" smtClean="0">
              <a:solidFill>
                <a:schemeClr val="tx1"/>
              </a:solidFill>
              <a:latin typeface="Arial" panose="020B0604020202020204" pitchFamily="34" charset="0"/>
              <a:cs typeface="Arial" panose="020B0604020202020204" pitchFamily="34" charset="0"/>
            </a:endParaRPr>
          </a:p>
          <a:p>
            <a:pPr marL="514350" indent="-514350">
              <a:buFont typeface="+mj-lt"/>
              <a:buAutoNum type="arabicPeriod"/>
            </a:pPr>
            <a:r>
              <a:rPr lang="en-PH" sz="2800" dirty="0" smtClean="0">
                <a:solidFill>
                  <a:schemeClr val="tx1"/>
                </a:solidFill>
                <a:latin typeface="Arial" panose="020B0604020202020204" pitchFamily="34" charset="0"/>
                <a:cs typeface="Arial" panose="020B0604020202020204" pitchFamily="34" charset="0"/>
              </a:rPr>
              <a:t>Some authors are not included in the Reference part.</a:t>
            </a:r>
            <a:endParaRPr lang="en-PH" sz="2800"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55168" y="555305"/>
            <a:ext cx="6102220" cy="61284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7315" y="873909"/>
            <a:ext cx="11647094" cy="50230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What is Plagiarism?</a:t>
            </a:r>
            <a:endParaRPr lang="en-PH" sz="4000" cap="none" dirty="0"/>
          </a:p>
        </p:txBody>
      </p:sp>
      <p:sp>
        <p:nvSpPr>
          <p:cNvPr id="3" name="Content Placeholder 2"/>
          <p:cNvSpPr>
            <a:spLocks noGrp="1"/>
          </p:cNvSpPr>
          <p:nvPr>
            <p:ph idx="1"/>
          </p:nvPr>
        </p:nvSpPr>
        <p:spPr>
          <a:xfrm>
            <a:off x="453226" y="2067339"/>
            <a:ext cx="6339460" cy="4683318"/>
          </a:xfrm>
        </p:spPr>
        <p:txBody>
          <a:bodyPr>
            <a:noAutofit/>
          </a:bodyPr>
          <a:lstStyle/>
          <a:p>
            <a:pPr marL="0" indent="0">
              <a:buNone/>
            </a:pPr>
            <a:r>
              <a:rPr lang="en-PH" sz="4400" b="1" dirty="0" smtClean="0">
                <a:solidFill>
                  <a:schemeClr val="tx1"/>
                </a:solidFill>
                <a:latin typeface="Arial" panose="020B0604020202020204" pitchFamily="34" charset="0"/>
                <a:cs typeface="Arial" panose="020B0604020202020204" pitchFamily="34" charset="0"/>
              </a:rPr>
              <a:t>Plagiarism:</a:t>
            </a:r>
            <a:r>
              <a:rPr lang="en-PH" sz="4400" dirty="0" smtClean="0">
                <a:solidFill>
                  <a:schemeClr val="tx1"/>
                </a:solidFill>
                <a:latin typeface="Arial" panose="020B0604020202020204" pitchFamily="34" charset="0"/>
                <a:cs typeface="Arial" panose="020B0604020202020204" pitchFamily="34" charset="0"/>
              </a:rPr>
              <a:t> the act of presenting another’s work or ideas as your own.</a:t>
            </a:r>
            <a:endParaRPr lang="en-PH" sz="4400" dirty="0">
              <a:solidFill>
                <a:schemeClr val="tx1"/>
              </a:solidFill>
              <a:latin typeface="Arial" panose="020B0604020202020204" pitchFamily="34" charset="0"/>
              <a:cs typeface="Arial" panose="020B0604020202020204" pitchFamily="34" charset="0"/>
            </a:endParaRPr>
          </a:p>
        </p:txBody>
      </p:sp>
      <p:pic>
        <p:nvPicPr>
          <p:cNvPr id="5" name="Picture 4"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2972" y="2067339"/>
            <a:ext cx="4394051" cy="4200531"/>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cap="none" dirty="0" smtClean="0">
                <a:latin typeface="Arial Black" panose="020B0A04020102020204" pitchFamily="34" charset="0"/>
              </a:rPr>
              <a:t>WARNING:</a:t>
            </a:r>
            <a:endParaRPr lang="en-PH" sz="6000" cap="none" dirty="0">
              <a:latin typeface="Arial Black" panose="020B0A04020102020204" pitchFamily="34" charset="0"/>
            </a:endParaRPr>
          </a:p>
        </p:txBody>
      </p:sp>
      <p:sp>
        <p:nvSpPr>
          <p:cNvPr id="3" name="Content Placeholder 2"/>
          <p:cNvSpPr>
            <a:spLocks noGrp="1"/>
          </p:cNvSpPr>
          <p:nvPr>
            <p:ph idx="1"/>
          </p:nvPr>
        </p:nvSpPr>
        <p:spPr>
          <a:xfrm>
            <a:off x="453225" y="2067339"/>
            <a:ext cx="11310149" cy="4683318"/>
          </a:xfrm>
        </p:spPr>
        <p:txBody>
          <a:bodyPr>
            <a:noAutofit/>
          </a:bodyPr>
          <a:lstStyle/>
          <a:p>
            <a:pPr marL="0" indent="0" algn="ctr">
              <a:buNone/>
            </a:pPr>
            <a:r>
              <a:rPr lang="en-PH" sz="4400" b="1" dirty="0" smtClean="0">
                <a:solidFill>
                  <a:schemeClr val="tx1"/>
                </a:solidFill>
                <a:latin typeface="Arial" panose="020B0604020202020204" pitchFamily="34" charset="0"/>
                <a:cs typeface="Arial" panose="020B0604020202020204" pitchFamily="34" charset="0"/>
              </a:rPr>
              <a:t>In academic culture, plagiarism is a </a:t>
            </a:r>
            <a:r>
              <a:rPr lang="en-PH" sz="4400" b="1" dirty="0" smtClean="0">
                <a:solidFill>
                  <a:srgbClr val="FF0000"/>
                </a:solidFill>
                <a:latin typeface="Arial" panose="020B0604020202020204" pitchFamily="34" charset="0"/>
                <a:cs typeface="Arial" panose="020B0604020202020204" pitchFamily="34" charset="0"/>
              </a:rPr>
              <a:t>serious offense.</a:t>
            </a:r>
            <a:endParaRPr lang="en-PH" sz="4400" b="1" dirty="0" smtClean="0">
              <a:solidFill>
                <a:srgbClr val="FF0000"/>
              </a:solidFill>
              <a:latin typeface="Arial" panose="020B0604020202020204" pitchFamily="34" charset="0"/>
              <a:cs typeface="Arial" panose="020B0604020202020204" pitchFamily="34" charset="0"/>
            </a:endParaRPr>
          </a:p>
          <a:p>
            <a:pPr marL="0" indent="0" algn="ctr">
              <a:buNone/>
            </a:pPr>
            <a:r>
              <a:rPr lang="en-PH" sz="4400" b="1" dirty="0" smtClean="0">
                <a:solidFill>
                  <a:schemeClr val="tx1"/>
                </a:solidFill>
                <a:latin typeface="Arial" panose="020B0604020202020204" pitchFamily="34" charset="0"/>
                <a:cs typeface="Arial" panose="020B0604020202020204" pitchFamily="34" charset="0"/>
              </a:rPr>
              <a:t>Committing plagiarism can result in being </a:t>
            </a:r>
            <a:r>
              <a:rPr lang="en-PH" sz="4400" b="1" dirty="0" smtClean="0">
                <a:solidFill>
                  <a:srgbClr val="FF0000"/>
                </a:solidFill>
                <a:latin typeface="Arial" panose="020B0604020202020204" pitchFamily="34" charset="0"/>
                <a:cs typeface="Arial" panose="020B0604020202020204" pitchFamily="34" charset="0"/>
              </a:rPr>
              <a:t>expelled </a:t>
            </a:r>
            <a:r>
              <a:rPr lang="en-PH" sz="4400" b="1" dirty="0" smtClean="0">
                <a:solidFill>
                  <a:schemeClr val="tx1"/>
                </a:solidFill>
                <a:latin typeface="Arial" panose="020B0604020202020204" pitchFamily="34" charset="0"/>
                <a:cs typeface="Arial" panose="020B0604020202020204" pitchFamily="34" charset="0"/>
              </a:rPr>
              <a:t>from a university.</a:t>
            </a:r>
            <a:endParaRPr lang="en-PH" sz="4400" b="1" dirty="0" smtClean="0">
              <a:solidFill>
                <a:schemeClr val="tx1"/>
              </a:solidFill>
              <a:latin typeface="Arial" panose="020B0604020202020204" pitchFamily="34" charset="0"/>
              <a:cs typeface="Arial" panose="020B0604020202020204" pitchFamily="34" charset="0"/>
            </a:endParaRPr>
          </a:p>
          <a:p>
            <a:pPr marL="0" indent="0" algn="ctr">
              <a:buNone/>
            </a:pPr>
            <a:r>
              <a:rPr lang="en-PH" sz="4400" b="1" dirty="0" smtClean="0">
                <a:solidFill>
                  <a:schemeClr val="tx1"/>
                </a:solidFill>
                <a:latin typeface="Arial" panose="020B0604020202020204" pitchFamily="34" charset="0"/>
                <a:cs typeface="Arial" panose="020B0604020202020204" pitchFamily="34" charset="0"/>
              </a:rPr>
              <a:t>Therefore, it is in your best interest to learn </a:t>
            </a:r>
            <a:r>
              <a:rPr lang="en-PH" sz="4400" b="1" dirty="0" smtClean="0">
                <a:solidFill>
                  <a:srgbClr val="FF0000"/>
                </a:solidFill>
                <a:latin typeface="Arial" panose="020B0604020202020204" pitchFamily="34" charset="0"/>
                <a:cs typeface="Arial" panose="020B0604020202020204" pitchFamily="34" charset="0"/>
              </a:rPr>
              <a:t>CITING </a:t>
            </a:r>
            <a:r>
              <a:rPr lang="en-PH" sz="4400" b="1" dirty="0" smtClean="0">
                <a:solidFill>
                  <a:schemeClr val="tx1"/>
                </a:solidFill>
                <a:latin typeface="Arial" panose="020B0604020202020204" pitchFamily="34" charset="0"/>
                <a:cs typeface="Arial" panose="020B0604020202020204" pitchFamily="34" charset="0"/>
              </a:rPr>
              <a:t>skills.</a:t>
            </a:r>
            <a:endParaRPr lang="en-PH" sz="4400" dirty="0">
              <a:solidFill>
                <a:schemeClr val="tx1"/>
              </a:solidFill>
              <a:latin typeface="Arial" panose="020B0604020202020204" pitchFamily="34" charset="0"/>
              <a:cs typeface="Arial" panose="020B0604020202020204" pitchFamily="34" charset="0"/>
            </a:endParaRPr>
          </a:p>
        </p:txBody>
      </p:sp>
      <p:pic>
        <p:nvPicPr>
          <p:cNvPr id="4" name="Picture 3" descr="Screen Clipping"/>
          <p:cNvPicPr>
            <a:picLocks noChangeAspect="1"/>
          </p:cNvPicPr>
          <p:nvPr/>
        </p:nvPicPr>
        <p:blipFill>
          <a:blip r:embed="rId1">
            <a:extLst>
              <a:ext uri="{BEBA8EAE-BF5A-486C-A8C5-ECC9F3942E4B}">
                <a14:imgProps xmlns:a14="http://schemas.microsoft.com/office/drawing/2010/main">
                  <a14:imgLayer r:embed="rId2">
                    <a14:imgEffect>
                      <a14:backgroundRemoval t="2841" b="96023" l="9845" r="99482">
                        <a14:foregroundMark x1="53886" y1="31818" x2="66839" y2="76136"/>
                        <a14:foregroundMark x1="43005" y1="65909" x2="75130" y2="64205"/>
                        <a14:foregroundMark x1="27461" y1="76136" x2="66839" y2="34659"/>
                        <a14:foregroundMark x1="56995" y1="15909" x2="88083" y2="82386"/>
                        <a14:foregroundMark x1="51813" y1="15909" x2="16062" y2="84091"/>
                        <a14:foregroundMark x1="22798" y1="89773" x2="89637" y2="84659"/>
                        <a14:foregroundMark x1="55440" y1="71023" x2="42487" y2="75568"/>
                      </a14:backgroundRemoval>
                    </a14:imgEffect>
                  </a14:imgLayer>
                </a14:imgProps>
              </a:ext>
              <a:ext uri="{28A0092B-C50C-407E-A947-70E740481C1C}">
                <a14:useLocalDpi xmlns:a14="http://schemas.microsoft.com/office/drawing/2010/main" val="0"/>
              </a:ext>
            </a:extLst>
          </a:blip>
          <a:stretch>
            <a:fillRect/>
          </a:stretch>
        </p:blipFill>
        <p:spPr>
          <a:xfrm>
            <a:off x="1698769" y="341357"/>
            <a:ext cx="2292206" cy="2090303"/>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86025" y="4676775"/>
            <a:ext cx="7277100" cy="1838801"/>
          </a:xfrm>
          <a:prstGeom prst="upArrowCallou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PH" sz="3600" b="1" dirty="0" smtClean="0">
                <a:solidFill>
                  <a:schemeClr val="tx1"/>
                </a:solidFill>
              </a:rPr>
              <a:t>WITHOUT PROPER DOCUMENTATION</a:t>
            </a:r>
            <a:endParaRPr lang="en-PH" sz="3600" b="1" dirty="0">
              <a:solidFill>
                <a:schemeClr val="tx1"/>
              </a:solidFill>
            </a:endParaRPr>
          </a:p>
        </p:txBody>
      </p:sp>
      <p:sp>
        <p:nvSpPr>
          <p:cNvPr id="3" name="TextBox 2"/>
          <p:cNvSpPr txBox="1"/>
          <p:nvPr/>
        </p:nvSpPr>
        <p:spPr>
          <a:xfrm>
            <a:off x="2162175" y="3378398"/>
            <a:ext cx="8058150" cy="1298377"/>
          </a:xfrm>
          <a:prstGeom prst="ellipse">
            <a:avLst/>
          </a:prstGeom>
          <a:solidFill>
            <a:srgbClr val="002060"/>
          </a:solidFill>
          <a:ln>
            <a:solidFill>
              <a:srgbClr val="002060"/>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PH" sz="5400" b="1" dirty="0" smtClean="0">
                <a:solidFill>
                  <a:srgbClr val="FFC000"/>
                </a:solidFill>
                <a:latin typeface="Elephant" panose="02020904090505020303" pitchFamily="18" charset="0"/>
              </a:rPr>
              <a:t>PLAGIARISM</a:t>
            </a:r>
            <a:endParaRPr lang="en-PH" sz="5400" b="1" dirty="0">
              <a:solidFill>
                <a:srgbClr val="FFC000"/>
              </a:solidFill>
              <a:latin typeface="Elephant" panose="02020904090505020303" pitchFamily="18" charset="0"/>
            </a:endParaRPr>
          </a:p>
        </p:txBody>
      </p:sp>
      <p:sp>
        <p:nvSpPr>
          <p:cNvPr id="4" name="TextBox 3"/>
          <p:cNvSpPr txBox="1"/>
          <p:nvPr/>
        </p:nvSpPr>
        <p:spPr>
          <a:xfrm>
            <a:off x="257175" y="2120562"/>
            <a:ext cx="2447925" cy="796469"/>
          </a:xfrm>
          <a:prstGeom prst="cloudCallout">
            <a:avLst>
              <a:gd name="adj1" fmla="val 48403"/>
              <a:gd name="adj2" fmla="val 131998"/>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PH" sz="2800" b="1" dirty="0" smtClean="0">
                <a:solidFill>
                  <a:schemeClr val="accent1">
                    <a:lumMod val="75000"/>
                    <a:lumOff val="25000"/>
                  </a:schemeClr>
                </a:solidFill>
              </a:rPr>
              <a:t>Copying</a:t>
            </a:r>
            <a:endParaRPr lang="en-PH" sz="2800" b="1" dirty="0">
              <a:solidFill>
                <a:schemeClr val="accent1">
                  <a:lumMod val="75000"/>
                  <a:lumOff val="25000"/>
                </a:schemeClr>
              </a:solidFill>
            </a:endParaRPr>
          </a:p>
        </p:txBody>
      </p:sp>
      <p:sp>
        <p:nvSpPr>
          <p:cNvPr id="5" name="TextBox 4"/>
          <p:cNvSpPr txBox="1"/>
          <p:nvPr/>
        </p:nvSpPr>
        <p:spPr>
          <a:xfrm>
            <a:off x="2409826" y="695175"/>
            <a:ext cx="2438400" cy="796469"/>
          </a:xfrm>
          <a:prstGeom prst="cloudCallout">
            <a:avLst>
              <a:gd name="adj1" fmla="val 10577"/>
              <a:gd name="adj2" fmla="val 276064"/>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PH" sz="2800" b="1" dirty="0" smtClean="0">
                <a:solidFill>
                  <a:schemeClr val="accent5">
                    <a:lumMod val="50000"/>
                  </a:schemeClr>
                </a:solidFill>
              </a:rPr>
              <a:t>Quoting </a:t>
            </a:r>
            <a:endParaRPr lang="en-PH" sz="2800" b="1" dirty="0">
              <a:solidFill>
                <a:schemeClr val="accent5">
                  <a:lumMod val="50000"/>
                </a:schemeClr>
              </a:solidFill>
            </a:endParaRPr>
          </a:p>
        </p:txBody>
      </p:sp>
      <p:sp>
        <p:nvSpPr>
          <p:cNvPr id="6" name="TextBox 5"/>
          <p:cNvSpPr txBox="1"/>
          <p:nvPr/>
        </p:nvSpPr>
        <p:spPr>
          <a:xfrm>
            <a:off x="6124575" y="440516"/>
            <a:ext cx="3781425" cy="796469"/>
          </a:xfrm>
          <a:prstGeom prst="cloudCallout">
            <a:avLst>
              <a:gd name="adj1" fmla="val -53093"/>
              <a:gd name="adj2" fmla="val 301239"/>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PH" sz="2800" b="1" dirty="0" smtClean="0">
                <a:solidFill>
                  <a:srgbClr val="00B050"/>
                </a:solidFill>
              </a:rPr>
              <a:t>Summarizing </a:t>
            </a:r>
            <a:endParaRPr lang="en-PH" sz="2800" b="1" dirty="0">
              <a:solidFill>
                <a:srgbClr val="00B050"/>
              </a:solidFill>
            </a:endParaRPr>
          </a:p>
        </p:txBody>
      </p:sp>
      <p:sp>
        <p:nvSpPr>
          <p:cNvPr id="7" name="TextBox 6"/>
          <p:cNvSpPr txBox="1"/>
          <p:nvPr/>
        </p:nvSpPr>
        <p:spPr>
          <a:xfrm>
            <a:off x="7734301" y="1638552"/>
            <a:ext cx="3638550" cy="796469"/>
          </a:xfrm>
          <a:prstGeom prst="cloudCallout">
            <a:avLst>
              <a:gd name="adj1" fmla="val -30277"/>
              <a:gd name="adj2" fmla="val 167449"/>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PH" sz="2800" b="1" dirty="0" smtClean="0">
                <a:solidFill>
                  <a:srgbClr val="0070C0"/>
                </a:solidFill>
              </a:rPr>
              <a:t>Paraphrasing </a:t>
            </a:r>
            <a:endParaRPr lang="en-PH" sz="2800" b="1" dirty="0">
              <a:solidFill>
                <a:srgbClr val="0070C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1993900" y="2828925"/>
          <a:ext cx="8128000" cy="394758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TextBox 4"/>
          <p:cNvSpPr txBox="1"/>
          <p:nvPr/>
        </p:nvSpPr>
        <p:spPr>
          <a:xfrm>
            <a:off x="1685925" y="630205"/>
            <a:ext cx="8743950" cy="2215991"/>
          </a:xfrm>
          <a:prstGeom prst="downArrowCallout">
            <a:avLst/>
          </a:prstGeom>
        </p:spPr>
        <p:style>
          <a:lnRef idx="2">
            <a:schemeClr val="accent3"/>
          </a:lnRef>
          <a:fillRef idx="1">
            <a:schemeClr val="lt1"/>
          </a:fillRef>
          <a:effectRef idx="0">
            <a:schemeClr val="accent3"/>
          </a:effectRef>
          <a:fontRef idx="minor">
            <a:schemeClr val="dk1"/>
          </a:fontRef>
        </p:style>
        <p:txBody>
          <a:bodyPr wrap="square" rtlCol="0" anchor="ctr" anchorCtr="0">
            <a:spAutoFit/>
          </a:bodyPr>
          <a:lstStyle/>
          <a:p>
            <a:pPr algn="ctr"/>
            <a:r>
              <a:rPr lang="en-PH" sz="4400" b="1" dirty="0" smtClean="0">
                <a:solidFill>
                  <a:schemeClr val="tx1"/>
                </a:solidFill>
              </a:rPr>
              <a:t>WAYS TO USE SECONDARY DATA</a:t>
            </a:r>
            <a:endParaRPr lang="en-PH" sz="4400" b="1" dirty="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0" y="610453"/>
          <a:ext cx="8128000" cy="573094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Rectangle 4"/>
          <p:cNvSpPr/>
          <p:nvPr/>
        </p:nvSpPr>
        <p:spPr>
          <a:xfrm>
            <a:off x="7183448" y="4244459"/>
            <a:ext cx="4932352" cy="1446550"/>
          </a:xfrm>
          <a:prstGeom prst="rect">
            <a:avLst/>
          </a:prstGeom>
        </p:spPr>
        <p:txBody>
          <a:bodyPr wrap="square">
            <a:spAutoFit/>
          </a:bodyPr>
          <a:lstStyle/>
          <a:p>
            <a:pPr algn="ctr"/>
            <a:r>
              <a:rPr lang="en-US" sz="4400" dirty="0" smtClean="0">
                <a:ln w="0"/>
                <a:effectLst>
                  <a:outerShdw blurRad="38100" dist="19050" dir="2700000" algn="tl" rotWithShape="0">
                    <a:schemeClr val="dk1">
                      <a:alpha val="40000"/>
                    </a:schemeClr>
                  </a:outerShdw>
                </a:effectLst>
                <a:latin typeface="Arial Black" panose="020B0A04020102020204" pitchFamily="34" charset="0"/>
              </a:rPr>
              <a:t>PARAPHRASE / SUMMARIZE</a:t>
            </a:r>
            <a:endParaRPr lang="en-US" sz="4400" dirty="0">
              <a:ln w="0"/>
              <a:effectLst>
                <a:outerShdw blurRad="38100" dist="19050" dir="2700000" algn="tl" rotWithShape="0">
                  <a:schemeClr val="dk1">
                    <a:alpha val="40000"/>
                  </a:schemeClr>
                </a:outerShdw>
              </a:effectLst>
              <a:latin typeface="Arial Black" panose="020B0A04020102020204" pitchFamily="34" charset="0"/>
            </a:endParaRPr>
          </a:p>
        </p:txBody>
      </p:sp>
      <p:sp>
        <p:nvSpPr>
          <p:cNvPr id="3" name="TextBox 2"/>
          <p:cNvSpPr txBox="1"/>
          <p:nvPr/>
        </p:nvSpPr>
        <p:spPr>
          <a:xfrm>
            <a:off x="7808313" y="5695071"/>
            <a:ext cx="4153315" cy="646331"/>
          </a:xfrm>
          <a:prstGeom prst="rect">
            <a:avLst/>
          </a:prstGeom>
          <a:solidFill>
            <a:schemeClr val="accent1">
              <a:lumMod val="10000"/>
              <a:lumOff val="90000"/>
            </a:schemeClr>
          </a:solidFill>
        </p:spPr>
        <p:style>
          <a:lnRef idx="2">
            <a:schemeClr val="accent6"/>
          </a:lnRef>
          <a:fillRef idx="1">
            <a:schemeClr val="lt1"/>
          </a:fillRef>
          <a:effectRef idx="0">
            <a:schemeClr val="accent6"/>
          </a:effectRef>
          <a:fontRef idx="minor">
            <a:schemeClr val="dk1"/>
          </a:fontRef>
        </p:style>
        <p:txBody>
          <a:bodyPr wrap="square" rtlCol="0">
            <a:spAutoFit/>
          </a:bodyPr>
          <a:lstStyle/>
          <a:p>
            <a:r>
              <a:rPr lang="en-PH" sz="1200" dirty="0" smtClean="0"/>
              <a:t> Reference:    </a:t>
            </a:r>
            <a:endParaRPr lang="en-PH" sz="1200" dirty="0" smtClean="0"/>
          </a:p>
          <a:p>
            <a:r>
              <a:rPr lang="en-PH" sz="1200" dirty="0" err="1" smtClean="0"/>
              <a:t>SlideServe</a:t>
            </a:r>
            <a:r>
              <a:rPr lang="en-PH" sz="1200" dirty="0" smtClean="0"/>
              <a:t>: UNIVERSITI TEKNOLOGI MALAYSIA </a:t>
            </a:r>
            <a:endParaRPr lang="en-PH" sz="1200" dirty="0" smtClean="0"/>
          </a:p>
          <a:p>
            <a:r>
              <a:rPr lang="en-PH" sz="1200" dirty="0">
                <a:hlinkClick r:id="rId6"/>
              </a:rPr>
              <a:t>https://</a:t>
            </a:r>
            <a:r>
              <a:rPr lang="en-PH" sz="1200" dirty="0" smtClean="0">
                <a:hlinkClick r:id="rId6"/>
              </a:rPr>
              <a:t>www.slideserve.com/kaylee/chapter-2-literature-review</a:t>
            </a:r>
            <a:r>
              <a:rPr lang="en-PH" sz="1200" dirty="0" smtClean="0"/>
              <a:t> </a:t>
            </a:r>
            <a:endParaRPr lang="en-PH" sz="1200" dirty="0"/>
          </a:p>
        </p:txBody>
      </p:sp>
      <p:sp>
        <p:nvSpPr>
          <p:cNvPr id="4" name="Equal 3"/>
          <p:cNvSpPr/>
          <p:nvPr/>
        </p:nvSpPr>
        <p:spPr>
          <a:xfrm>
            <a:off x="2402958" y="5124893"/>
            <a:ext cx="1105786" cy="861237"/>
          </a:xfrm>
          <a:prstGeom prst="mathEqual">
            <a:avLst/>
          </a:prstGeom>
          <a:scene3d>
            <a:camera prst="orthographicFront"/>
            <a:lightRig rig="threePt" dir="t"/>
          </a:scene3d>
          <a:sp3d>
            <a:bevelT/>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PH">
              <a:solidFill>
                <a:schemeClr val="tx1"/>
              </a:solidFill>
            </a:endParaRPr>
          </a:p>
        </p:txBody>
      </p:sp>
      <p:sp>
        <p:nvSpPr>
          <p:cNvPr id="6" name="TextBox 5"/>
          <p:cNvSpPr txBox="1"/>
          <p:nvPr/>
        </p:nvSpPr>
        <p:spPr>
          <a:xfrm>
            <a:off x="3617692" y="4955346"/>
            <a:ext cx="1395927" cy="1200329"/>
          </a:xfrm>
          <a:prstGeom prst="rect">
            <a:avLst/>
          </a:prstGeom>
          <a:solidFill>
            <a:schemeClr val="accent1">
              <a:lumMod val="50000"/>
              <a:lumOff val="50000"/>
            </a:schemeClr>
          </a:solidFill>
          <a:ln>
            <a:solidFill>
              <a:schemeClr val="accent1">
                <a:lumMod val="50000"/>
                <a:lumOff val="50000"/>
              </a:schemeClr>
            </a:solidFill>
          </a:ln>
          <a:scene3d>
            <a:camera prst="orthographicFront"/>
            <a:lightRig rig="threePt" dir="t"/>
          </a:scene3d>
          <a:sp3d>
            <a:bevelT/>
          </a:sp3d>
        </p:spPr>
        <p:style>
          <a:lnRef idx="2">
            <a:schemeClr val="accent3"/>
          </a:lnRef>
          <a:fillRef idx="1">
            <a:schemeClr val="lt1"/>
          </a:fillRef>
          <a:effectRef idx="0">
            <a:schemeClr val="accent3"/>
          </a:effectRef>
          <a:fontRef idx="minor">
            <a:schemeClr val="dk1"/>
          </a:fontRef>
        </p:style>
        <p:txBody>
          <a:bodyPr wrap="square" rtlCol="0" anchor="ctr" anchorCtr="0">
            <a:spAutoFit/>
          </a:bodyPr>
          <a:lstStyle/>
          <a:p>
            <a:pPr algn="ctr"/>
            <a:r>
              <a:rPr lang="en-PH" sz="2400" b="1" dirty="0" smtClean="0">
                <a:solidFill>
                  <a:schemeClr val="tx1"/>
                </a:solidFill>
                <a:latin typeface="Arial" panose="020B0604020202020204" pitchFamily="34" charset="0"/>
                <a:cs typeface="Arial" panose="020B0604020202020204" pitchFamily="34" charset="0"/>
              </a:rPr>
              <a:t>Table of Main Idea</a:t>
            </a:r>
            <a:endParaRPr lang="en-PH" sz="2400" b="1"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smtClean="0"/>
              <a:t>What is Quoting?</a:t>
            </a:r>
            <a:endParaRPr lang="en-PH" sz="4000" cap="none" dirty="0"/>
          </a:p>
        </p:txBody>
      </p:sp>
      <p:sp>
        <p:nvSpPr>
          <p:cNvPr id="3" name="Content Placeholder 2"/>
          <p:cNvSpPr>
            <a:spLocks noGrp="1"/>
          </p:cNvSpPr>
          <p:nvPr>
            <p:ph idx="1"/>
          </p:nvPr>
        </p:nvSpPr>
        <p:spPr>
          <a:xfrm>
            <a:off x="5771675" y="1888081"/>
            <a:ext cx="6339460" cy="4683318"/>
          </a:xfrm>
        </p:spPr>
        <p:txBody>
          <a:bodyPr>
            <a:noAutofit/>
          </a:bodyPr>
          <a:lstStyle/>
          <a:p>
            <a:pPr marL="0" indent="0">
              <a:buNone/>
            </a:pPr>
            <a:r>
              <a:rPr lang="en-PH" sz="4400" b="1" dirty="0" smtClean="0">
                <a:solidFill>
                  <a:schemeClr val="tx1"/>
                </a:solidFill>
                <a:latin typeface="Arial" panose="020B0604020202020204" pitchFamily="34" charset="0"/>
                <a:cs typeface="Arial" panose="020B0604020202020204" pitchFamily="34" charset="0"/>
              </a:rPr>
              <a:t>… is copying author’s original words and putting them in quotation marks</a:t>
            </a:r>
            <a:endParaRPr lang="en-PH" sz="4400" dirty="0">
              <a:solidFill>
                <a:schemeClr val="tx1"/>
              </a:solidFill>
              <a:latin typeface="Arial" panose="020B0604020202020204" pitchFamily="34" charset="0"/>
              <a:cs typeface="Arial" panose="020B0604020202020204" pitchFamily="34" charset="0"/>
            </a:endParaRPr>
          </a:p>
        </p:txBody>
      </p:sp>
      <p:pic>
        <p:nvPicPr>
          <p:cNvPr id="6" name="Picture 5" descr="Government Affairs - Population Association of America"/>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4173" y="2636182"/>
            <a:ext cx="5458408" cy="2134409"/>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1434840" y="2230017"/>
          <a:ext cx="3883607" cy="388032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3" name="Diagram 2"/>
          <p:cNvGraphicFramePr/>
          <p:nvPr/>
        </p:nvGraphicFramePr>
        <p:xfrm>
          <a:off x="6751843" y="2230017"/>
          <a:ext cx="4062335" cy="388032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Rectangle 3"/>
          <p:cNvSpPr/>
          <p:nvPr/>
        </p:nvSpPr>
        <p:spPr>
          <a:xfrm>
            <a:off x="3388570" y="886608"/>
            <a:ext cx="4985660"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rPr>
              <a:t>Quoting Guide</a:t>
            </a:r>
            <a:endParaRPr lang="en-US" sz="5400" b="1"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cap="none" dirty="0" smtClean="0"/>
              <a:t>Some Rules to In-Text Citation</a:t>
            </a:r>
            <a:br>
              <a:rPr lang="en-US" sz="4000" b="1" cap="none" dirty="0" smtClean="0"/>
            </a:br>
            <a:r>
              <a:rPr lang="en-US" sz="4000" b="1" cap="none" dirty="0" smtClean="0"/>
              <a:t>- </a:t>
            </a:r>
            <a:r>
              <a:rPr lang="en-US" sz="4000" b="1" cap="none" dirty="0" smtClean="0">
                <a:solidFill>
                  <a:srgbClr val="FFFF00"/>
                </a:solidFill>
              </a:rPr>
              <a:t>Direct Quotation </a:t>
            </a:r>
            <a:r>
              <a:rPr lang="en-US" sz="4000" b="1" cap="none" dirty="0" smtClean="0"/>
              <a:t>-</a:t>
            </a:r>
            <a:endParaRPr lang="en-PH" sz="4000" b="1" cap="none" dirty="0"/>
          </a:p>
        </p:txBody>
      </p:sp>
      <p:sp>
        <p:nvSpPr>
          <p:cNvPr id="3" name="Content Placeholder 2"/>
          <p:cNvSpPr>
            <a:spLocks noGrp="1"/>
          </p:cNvSpPr>
          <p:nvPr>
            <p:ph idx="1"/>
          </p:nvPr>
        </p:nvSpPr>
        <p:spPr>
          <a:xfrm>
            <a:off x="453226" y="2067339"/>
            <a:ext cx="11251094" cy="4683318"/>
          </a:xfrm>
        </p:spPr>
        <p:txBody>
          <a:bodyPr>
            <a:noAutofit/>
          </a:bodyPr>
          <a:lstStyle/>
          <a:p>
            <a:r>
              <a:rPr lang="en-PH" sz="2800" dirty="0" smtClean="0">
                <a:solidFill>
                  <a:schemeClr val="tx1"/>
                </a:solidFill>
                <a:latin typeface="Arial" panose="020B0604020202020204" pitchFamily="34" charset="0"/>
                <a:cs typeface="Arial" panose="020B0604020202020204" pitchFamily="34" charset="0"/>
              </a:rPr>
              <a:t>Include an in-text citation when you refer to, summarize, paraphrase, or quote from another source. For every in-text citation in your paper, there must be a corresponding entry in your reference list.</a:t>
            </a:r>
            <a:endParaRPr lang="en-PH" sz="2800" dirty="0" smtClean="0">
              <a:solidFill>
                <a:schemeClr val="tx1"/>
              </a:solidFill>
              <a:latin typeface="Arial" panose="020B0604020202020204" pitchFamily="34" charset="0"/>
              <a:cs typeface="Arial" panose="020B0604020202020204" pitchFamily="34" charset="0"/>
            </a:endParaRPr>
          </a:p>
          <a:p>
            <a:r>
              <a:rPr lang="en-PH" sz="2800" dirty="0" smtClean="0">
                <a:solidFill>
                  <a:schemeClr val="tx1"/>
                </a:solidFill>
                <a:latin typeface="Arial" panose="020B0604020202020204" pitchFamily="34" charset="0"/>
                <a:cs typeface="Arial" panose="020B0604020202020204" pitchFamily="34" charset="0"/>
              </a:rPr>
              <a:t>APA in-text citation style uses the author’s last name and the year of publication, for example: (Field, 2005).</a:t>
            </a:r>
            <a:endParaRPr lang="en-PH" sz="2800" dirty="0" smtClean="0">
              <a:solidFill>
                <a:schemeClr val="tx1"/>
              </a:solidFill>
              <a:latin typeface="Arial" panose="020B0604020202020204" pitchFamily="34" charset="0"/>
              <a:cs typeface="Arial" panose="020B0604020202020204" pitchFamily="34" charset="0"/>
            </a:endParaRPr>
          </a:p>
          <a:p>
            <a:r>
              <a:rPr lang="en-PH" sz="2800" dirty="0" smtClean="0">
                <a:solidFill>
                  <a:schemeClr val="tx1"/>
                </a:solidFill>
                <a:latin typeface="Arial" panose="020B0604020202020204" pitchFamily="34" charset="0"/>
                <a:cs typeface="Arial" panose="020B0604020202020204" pitchFamily="34" charset="0"/>
              </a:rPr>
              <a:t>For direct quotations, include the page number as well, for example: (Field, 2005, p.14)</a:t>
            </a:r>
            <a:endParaRPr lang="en-PH" sz="2800" dirty="0" smtClean="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cap="none" dirty="0" smtClean="0"/>
              <a:t>Example of</a:t>
            </a:r>
            <a:br>
              <a:rPr lang="en-US" sz="4000" b="1" cap="none" dirty="0" smtClean="0"/>
            </a:br>
            <a:r>
              <a:rPr lang="en-US" sz="4000" b="1" cap="none" dirty="0" smtClean="0"/>
              <a:t>- </a:t>
            </a:r>
            <a:r>
              <a:rPr lang="en-US" sz="4000" b="1" cap="none" dirty="0" smtClean="0">
                <a:solidFill>
                  <a:srgbClr val="FFFF00"/>
                </a:solidFill>
              </a:rPr>
              <a:t>Direct Quotation </a:t>
            </a:r>
            <a:r>
              <a:rPr lang="en-US" sz="4000" b="1" cap="none" dirty="0" smtClean="0"/>
              <a:t>-</a:t>
            </a:r>
            <a:endParaRPr lang="en-PH" sz="4000" b="1" cap="none" dirty="0"/>
          </a:p>
        </p:txBody>
      </p:sp>
      <p:sp>
        <p:nvSpPr>
          <p:cNvPr id="3" name="Content Placeholder 2"/>
          <p:cNvSpPr>
            <a:spLocks noGrp="1"/>
          </p:cNvSpPr>
          <p:nvPr>
            <p:ph idx="1"/>
          </p:nvPr>
        </p:nvSpPr>
        <p:spPr>
          <a:xfrm>
            <a:off x="93306" y="2067339"/>
            <a:ext cx="12098694" cy="4683318"/>
          </a:xfrm>
        </p:spPr>
        <p:txBody>
          <a:bodyPr>
            <a:noAutofit/>
          </a:bodyPr>
          <a:lstStyle/>
          <a:p>
            <a:pPr marL="0" indent="0">
              <a:buNone/>
            </a:pPr>
            <a:r>
              <a:rPr lang="en-PH" sz="2400" dirty="0">
                <a:solidFill>
                  <a:schemeClr val="tx1"/>
                </a:solidFill>
                <a:latin typeface="Arial" panose="020B0604020202020204" pitchFamily="34" charset="0"/>
                <a:cs typeface="Arial" panose="020B0604020202020204" pitchFamily="34" charset="0"/>
              </a:rPr>
              <a:t>	</a:t>
            </a:r>
            <a:r>
              <a:rPr lang="en-PH" sz="3200" dirty="0" smtClean="0">
                <a:solidFill>
                  <a:schemeClr val="tx1"/>
                </a:solidFill>
                <a:latin typeface="Arial" panose="020B0604020202020204" pitchFamily="34" charset="0"/>
                <a:cs typeface="Arial" panose="020B0604020202020204" pitchFamily="34" charset="0"/>
              </a:rPr>
              <a:t>One study found that “the listener’s familiarity with the topic of discourse greatly facilitates the interpretation of the entire message” (</a:t>
            </a:r>
            <a:r>
              <a:rPr lang="en-PH" sz="3200" dirty="0" err="1" smtClean="0">
                <a:solidFill>
                  <a:schemeClr val="tx1"/>
                </a:solidFill>
                <a:latin typeface="Arial" panose="020B0604020202020204" pitchFamily="34" charset="0"/>
                <a:cs typeface="Arial" panose="020B0604020202020204" pitchFamily="34" charset="0"/>
              </a:rPr>
              <a:t>Gass</a:t>
            </a:r>
            <a:r>
              <a:rPr lang="en-PH" sz="3200" dirty="0" smtClean="0">
                <a:solidFill>
                  <a:schemeClr val="tx1"/>
                </a:solidFill>
                <a:latin typeface="Arial" panose="020B0604020202020204" pitchFamily="34" charset="0"/>
                <a:cs typeface="Arial" panose="020B0604020202020204" pitchFamily="34" charset="0"/>
              </a:rPr>
              <a:t> &amp; Varonis, 1984, p. 85).</a:t>
            </a:r>
            <a:endParaRPr lang="en-PH" sz="3200" dirty="0" smtClean="0">
              <a:solidFill>
                <a:schemeClr val="tx1"/>
              </a:solidFill>
              <a:latin typeface="Arial" panose="020B0604020202020204" pitchFamily="34" charset="0"/>
              <a:cs typeface="Arial" panose="020B0604020202020204" pitchFamily="34" charset="0"/>
            </a:endParaRPr>
          </a:p>
          <a:p>
            <a:pPr marL="0" indent="0">
              <a:buNone/>
            </a:pPr>
            <a:endParaRPr lang="en-PH" sz="3200" dirty="0">
              <a:solidFill>
                <a:schemeClr val="tx1"/>
              </a:solidFill>
              <a:latin typeface="Arial" panose="020B0604020202020204" pitchFamily="34" charset="0"/>
              <a:cs typeface="Arial" panose="020B0604020202020204" pitchFamily="34" charset="0"/>
            </a:endParaRPr>
          </a:p>
          <a:p>
            <a:pPr marL="0" indent="0">
              <a:buNone/>
            </a:pPr>
            <a:r>
              <a:rPr lang="en-PH" sz="3200" dirty="0" smtClean="0">
                <a:solidFill>
                  <a:schemeClr val="tx1"/>
                </a:solidFill>
                <a:latin typeface="Arial" panose="020B0604020202020204" pitchFamily="34" charset="0"/>
                <a:cs typeface="Arial" panose="020B0604020202020204" pitchFamily="34" charset="0"/>
              </a:rPr>
              <a:t>	</a:t>
            </a:r>
            <a:r>
              <a:rPr lang="en-PH" sz="3200" dirty="0" err="1" smtClean="0">
                <a:solidFill>
                  <a:schemeClr val="tx1"/>
                </a:solidFill>
                <a:latin typeface="Arial" panose="020B0604020202020204" pitchFamily="34" charset="0"/>
                <a:cs typeface="Arial" panose="020B0604020202020204" pitchFamily="34" charset="0"/>
              </a:rPr>
              <a:t>Gass</a:t>
            </a:r>
            <a:r>
              <a:rPr lang="en-PH" sz="3200" dirty="0" smtClean="0">
                <a:solidFill>
                  <a:schemeClr val="tx1"/>
                </a:solidFill>
                <a:latin typeface="Arial" panose="020B0604020202020204" pitchFamily="34" charset="0"/>
                <a:cs typeface="Arial" panose="020B0604020202020204" pitchFamily="34" charset="0"/>
              </a:rPr>
              <a:t> and Varonis (1984) found that “the listener’s familiarity with the topic of discourse greatly facilitates the interpretation of the entire message” (p. 85).</a:t>
            </a:r>
            <a:endParaRPr lang="en-PH" sz="3200" dirty="0" smtClean="0">
              <a:solidFill>
                <a:schemeClr val="tx1"/>
              </a:solidFill>
              <a:latin typeface="Arial" panose="020B0604020202020204" pitchFamily="34" charset="0"/>
              <a:cs typeface="Arial" panose="020B0604020202020204" pitchFamily="34" charset="0"/>
            </a:endParaRPr>
          </a:p>
          <a:p>
            <a:pPr marL="0" indent="0">
              <a:buNone/>
            </a:pPr>
            <a:endParaRPr lang="en-PH" sz="2400" dirty="0" smtClean="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cap="none" dirty="0" smtClean="0"/>
              <a:t>Example of</a:t>
            </a:r>
            <a:br>
              <a:rPr lang="en-US" sz="4000" b="1" cap="none" dirty="0" smtClean="0"/>
            </a:br>
            <a:r>
              <a:rPr lang="en-US" sz="4000" b="1" cap="none" dirty="0" smtClean="0"/>
              <a:t>- </a:t>
            </a:r>
            <a:r>
              <a:rPr lang="en-US" sz="4000" b="1" cap="none" dirty="0" smtClean="0">
                <a:solidFill>
                  <a:srgbClr val="FFFF00"/>
                </a:solidFill>
              </a:rPr>
              <a:t>Direct Quotation </a:t>
            </a:r>
            <a:r>
              <a:rPr lang="en-US" sz="4000" b="1" cap="none" dirty="0" smtClean="0"/>
              <a:t>-</a:t>
            </a:r>
            <a:endParaRPr lang="en-PH" sz="40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pPr marL="0" indent="0">
              <a:buNone/>
            </a:pPr>
            <a:r>
              <a:rPr lang="en-PH" sz="2400" dirty="0">
                <a:solidFill>
                  <a:schemeClr val="tx1"/>
                </a:solidFill>
                <a:latin typeface="Arial" panose="020B0604020202020204" pitchFamily="34" charset="0"/>
                <a:cs typeface="Arial" panose="020B0604020202020204" pitchFamily="34" charset="0"/>
              </a:rPr>
              <a:t>	</a:t>
            </a:r>
            <a:r>
              <a:rPr lang="en-PH" sz="2800" dirty="0" smtClean="0">
                <a:solidFill>
                  <a:schemeClr val="tx1"/>
                </a:solidFill>
                <a:latin typeface="Arial" panose="020B0604020202020204" pitchFamily="34" charset="0"/>
                <a:cs typeface="Arial" panose="020B0604020202020204" pitchFamily="34" charset="0"/>
              </a:rPr>
              <a:t>Pervasiveness of information technology brought about by the device-independent nature of cloud computing provides the perfect platform for cloud libraries: “Provided that it has an Internet connection and a web browser, it really does not matter if the computer is a traditional desktop or laptop PC, or even a netbook, tablet, smartphone, e-book reader, surface computer, ambient device or any of the other new computing appliances” (</a:t>
            </a:r>
            <a:r>
              <a:rPr lang="en-PH" sz="2800" dirty="0" err="1" smtClean="0">
                <a:solidFill>
                  <a:schemeClr val="tx1"/>
                </a:solidFill>
                <a:latin typeface="Arial" panose="020B0604020202020204" pitchFamily="34" charset="0"/>
                <a:cs typeface="Arial" panose="020B0604020202020204" pitchFamily="34" charset="0"/>
              </a:rPr>
              <a:t>Barnatt</a:t>
            </a:r>
            <a:r>
              <a:rPr lang="en-PH" sz="2800" dirty="0" smtClean="0">
                <a:solidFill>
                  <a:schemeClr val="tx1"/>
                </a:solidFill>
                <a:latin typeface="Arial" panose="020B0604020202020204" pitchFamily="34" charset="0"/>
                <a:cs typeface="Arial" panose="020B0604020202020204" pitchFamily="34" charset="0"/>
              </a:rPr>
              <a:t> 2010, p. 12).</a:t>
            </a:r>
            <a:endParaRPr lang="en-PH" sz="2800" dirty="0" smtClean="0">
              <a:solidFill>
                <a:schemeClr val="tx1"/>
              </a:solidFill>
              <a:latin typeface="Arial" panose="020B0604020202020204" pitchFamily="34" charset="0"/>
              <a:cs typeface="Arial" panose="020B0604020202020204" pitchFamily="34" charset="0"/>
            </a:endParaRPr>
          </a:p>
          <a:p>
            <a:pPr marL="0" indent="0">
              <a:buNone/>
            </a:pPr>
            <a:endParaRPr lang="en-PH" sz="2800"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cap="none" dirty="0" smtClean="0"/>
              <a:t>Example of</a:t>
            </a:r>
            <a:br>
              <a:rPr lang="en-US" sz="4000" b="1" cap="none" dirty="0" smtClean="0"/>
            </a:br>
            <a:r>
              <a:rPr lang="en-US" sz="4000" b="1" cap="none" dirty="0" smtClean="0"/>
              <a:t>- </a:t>
            </a:r>
            <a:r>
              <a:rPr lang="en-US" sz="4000" b="1" cap="none" dirty="0" smtClean="0">
                <a:solidFill>
                  <a:srgbClr val="FFFF00"/>
                </a:solidFill>
              </a:rPr>
              <a:t>Direct Quotation </a:t>
            </a:r>
            <a:r>
              <a:rPr lang="en-US" sz="4000" b="1" cap="none" dirty="0" smtClean="0"/>
              <a:t>-</a:t>
            </a:r>
            <a:endParaRPr lang="en-PH" sz="4000" b="1" cap="none" dirty="0"/>
          </a:p>
        </p:txBody>
      </p:sp>
      <p:sp>
        <p:nvSpPr>
          <p:cNvPr id="3" name="Content Placeholder 2"/>
          <p:cNvSpPr>
            <a:spLocks noGrp="1"/>
          </p:cNvSpPr>
          <p:nvPr>
            <p:ph idx="1"/>
          </p:nvPr>
        </p:nvSpPr>
        <p:spPr>
          <a:xfrm>
            <a:off x="93306" y="2067339"/>
            <a:ext cx="11831216" cy="4683318"/>
          </a:xfrm>
        </p:spPr>
        <p:txBody>
          <a:bodyPr>
            <a:noAutofit/>
          </a:bodyPr>
          <a:lstStyle/>
          <a:p>
            <a:pPr marL="323850" lvl="1" indent="0" algn="just">
              <a:buNone/>
            </a:pPr>
            <a:r>
              <a:rPr lang="en-PH" sz="2200" dirty="0">
                <a:solidFill>
                  <a:schemeClr val="tx1"/>
                </a:solidFill>
                <a:latin typeface="Arial" panose="020B0604020202020204" pitchFamily="34" charset="0"/>
                <a:cs typeface="Arial" panose="020B0604020202020204" pitchFamily="34" charset="0"/>
              </a:rPr>
              <a:t>	</a:t>
            </a:r>
            <a:r>
              <a:rPr lang="en-PH" sz="2200" dirty="0">
                <a:solidFill>
                  <a:schemeClr val="tx1"/>
                </a:solidFill>
                <a:latin typeface="Arial" panose="020B0604020202020204" pitchFamily="34" charset="0"/>
                <a:cs typeface="Arial" panose="020B0604020202020204" pitchFamily="34" charset="0"/>
              </a:rPr>
              <a:t>	</a:t>
            </a:r>
            <a:r>
              <a:rPr lang="en-PH" sz="1800" dirty="0">
                <a:solidFill>
                  <a:schemeClr val="tx1"/>
                </a:solidFill>
                <a:effectLst>
                  <a:glow rad="139700">
                    <a:schemeClr val="accent1">
                      <a:lumMod val="75000"/>
                      <a:lumOff val="25000"/>
                      <a:alpha val="40000"/>
                    </a:schemeClr>
                  </a:glow>
                </a:effectLst>
                <a:latin typeface="Arial" panose="020B0604020202020204" pitchFamily="34" charset="0"/>
                <a:cs typeface="Arial" panose="020B0604020202020204" pitchFamily="34" charset="0"/>
                <a:sym typeface="Wingdings" panose="05000000000000000000" pitchFamily="2" charset="2"/>
              </a:rPr>
              <a:t></a:t>
            </a:r>
            <a:r>
              <a:rPr lang="en-PH" sz="1800" b="1" dirty="0">
                <a:solidFill>
                  <a:schemeClr val="tx1"/>
                </a:solidFill>
                <a:effectLst>
                  <a:glow rad="139700">
                    <a:schemeClr val="accent1">
                      <a:lumMod val="75000"/>
                      <a:lumOff val="25000"/>
                      <a:alpha val="40000"/>
                    </a:schemeClr>
                  </a:glow>
                </a:effectLst>
                <a:latin typeface="Arial" panose="020B0604020202020204" pitchFamily="34" charset="0"/>
                <a:cs typeface="Arial" panose="020B0604020202020204" pitchFamily="34" charset="0"/>
                <a:sym typeface="Wingdings" panose="05000000000000000000" pitchFamily="2" charset="2"/>
              </a:rPr>
              <a:t>Note</a:t>
            </a:r>
            <a:r>
              <a:rPr lang="en-PH" sz="1800" dirty="0">
                <a:solidFill>
                  <a:schemeClr val="tx1"/>
                </a:solidFill>
                <a:effectLst>
                  <a:glow rad="139700">
                    <a:schemeClr val="accent1">
                      <a:lumMod val="75000"/>
                      <a:lumOff val="25000"/>
                      <a:alpha val="40000"/>
                    </a:schemeClr>
                  </a:glow>
                </a:effectLst>
                <a:latin typeface="Arial" panose="020B0604020202020204" pitchFamily="34" charset="0"/>
                <a:cs typeface="Arial" panose="020B0604020202020204" pitchFamily="34" charset="0"/>
                <a:sym typeface="Wingdings" panose="05000000000000000000" pitchFamily="2" charset="2"/>
              </a:rPr>
              <a:t>: For </a:t>
            </a:r>
            <a:r>
              <a:rPr lang="en-PH" sz="1800" b="1" dirty="0">
                <a:solidFill>
                  <a:schemeClr val="tx1"/>
                </a:solidFill>
                <a:effectLst>
                  <a:glow rad="139700">
                    <a:schemeClr val="accent1">
                      <a:lumMod val="75000"/>
                      <a:lumOff val="25000"/>
                      <a:alpha val="40000"/>
                    </a:schemeClr>
                  </a:glow>
                </a:effectLst>
                <a:latin typeface="Arial" panose="020B0604020202020204" pitchFamily="34" charset="0"/>
                <a:cs typeface="Arial" panose="020B0604020202020204" pitchFamily="34" charset="0"/>
                <a:sym typeface="Wingdings" panose="05000000000000000000" pitchFamily="2" charset="2"/>
              </a:rPr>
              <a:t>Direct quotations </a:t>
            </a:r>
            <a:r>
              <a:rPr lang="en-PH" sz="1800" dirty="0">
                <a:solidFill>
                  <a:schemeClr val="tx1"/>
                </a:solidFill>
                <a:effectLst>
                  <a:glow rad="139700">
                    <a:schemeClr val="accent1">
                      <a:lumMod val="75000"/>
                      <a:lumOff val="25000"/>
                      <a:alpha val="40000"/>
                    </a:schemeClr>
                  </a:glow>
                </a:effectLst>
                <a:latin typeface="Arial" panose="020B0604020202020204" pitchFamily="34" charset="0"/>
                <a:cs typeface="Arial" panose="020B0604020202020204" pitchFamily="34" charset="0"/>
                <a:sym typeface="Wingdings" panose="05000000000000000000" pitchFamily="2" charset="2"/>
              </a:rPr>
              <a:t>of more than 40 words, display the quote as an indented block of text without quotation marks and included the author’s names, year and page number in parentheses at the end of the quote</a:t>
            </a:r>
            <a:endParaRPr lang="en-PH" sz="2400" dirty="0">
              <a:solidFill>
                <a:schemeClr val="tx1"/>
              </a:solidFill>
              <a:effectLst>
                <a:glow rad="139700">
                  <a:schemeClr val="accent1">
                    <a:lumMod val="75000"/>
                    <a:lumOff val="25000"/>
                    <a:alpha val="40000"/>
                  </a:schemeClr>
                </a:glow>
              </a:effectLst>
              <a:latin typeface="Arial" panose="020B0604020202020204" pitchFamily="34" charset="0"/>
              <a:cs typeface="Arial" panose="020B0604020202020204" pitchFamily="34" charset="0"/>
            </a:endParaRPr>
          </a:p>
          <a:p>
            <a:pPr marL="323850" lvl="1" indent="0" algn="just">
              <a:buNone/>
            </a:pPr>
            <a:endParaRPr lang="en-PH" sz="3200" dirty="0" smtClean="0">
              <a:solidFill>
                <a:schemeClr val="tx1"/>
              </a:solidFill>
              <a:latin typeface="Arial" panose="020B0604020202020204" pitchFamily="34" charset="0"/>
              <a:cs typeface="Arial" panose="020B0604020202020204" pitchFamily="34" charset="0"/>
            </a:endParaRPr>
          </a:p>
          <a:p>
            <a:pPr marL="323850" lvl="1" indent="0" algn="just">
              <a:buNone/>
            </a:pPr>
            <a:r>
              <a:rPr lang="en-PH" sz="3200" dirty="0">
                <a:solidFill>
                  <a:schemeClr val="tx1"/>
                </a:solidFill>
                <a:latin typeface="Arial" panose="020B0604020202020204" pitchFamily="34" charset="0"/>
                <a:cs typeface="Arial" panose="020B0604020202020204" pitchFamily="34" charset="0"/>
              </a:rPr>
              <a:t>	</a:t>
            </a:r>
            <a:r>
              <a:rPr lang="en-PH" sz="3200" dirty="0" smtClean="0">
                <a:solidFill>
                  <a:schemeClr val="tx1"/>
                </a:solidFill>
                <a:latin typeface="Arial" panose="020B0604020202020204" pitchFamily="34" charset="0"/>
                <a:cs typeface="Arial" panose="020B0604020202020204" pitchFamily="34" charset="0"/>
              </a:rPr>
              <a:t>		</a:t>
            </a:r>
            <a:r>
              <a:rPr lang="en-PH" sz="3200" dirty="0" smtClean="0">
                <a:solidFill>
                  <a:schemeClr val="tx1"/>
                </a:solidFill>
                <a:latin typeface="Arial" panose="020B0604020202020204" pitchFamily="34" charset="0"/>
                <a:cs typeface="Arial" panose="020B0604020202020204" pitchFamily="34" charset="0"/>
              </a:rPr>
              <a:t>This </a:t>
            </a:r>
            <a:r>
              <a:rPr lang="en-PH" sz="3200" dirty="0" smtClean="0">
                <a:solidFill>
                  <a:schemeClr val="tx1"/>
                </a:solidFill>
                <a:latin typeface="Arial" panose="020B0604020202020204" pitchFamily="34" charset="0"/>
                <a:cs typeface="Arial" panose="020B0604020202020204" pitchFamily="34" charset="0"/>
              </a:rPr>
              <a:t>suggests that familiarity with nonnative speech in general, although it is clearly not as important a variable as topic familiarity, may indeed have some effect. That is, prior experience with nonnative speech, such as that gained by listening to the reading, facilitates comprehension. (</a:t>
            </a:r>
            <a:r>
              <a:rPr lang="en-PH" sz="3200" dirty="0" err="1" smtClean="0">
                <a:solidFill>
                  <a:schemeClr val="tx1"/>
                </a:solidFill>
                <a:latin typeface="Arial" panose="020B0604020202020204" pitchFamily="34" charset="0"/>
                <a:cs typeface="Arial" panose="020B0604020202020204" pitchFamily="34" charset="0"/>
              </a:rPr>
              <a:t>Gass</a:t>
            </a:r>
            <a:r>
              <a:rPr lang="en-PH" sz="3200" dirty="0" smtClean="0">
                <a:solidFill>
                  <a:schemeClr val="tx1"/>
                </a:solidFill>
                <a:latin typeface="Arial" panose="020B0604020202020204" pitchFamily="34" charset="0"/>
                <a:cs typeface="Arial" panose="020B0604020202020204" pitchFamily="34" charset="0"/>
              </a:rPr>
              <a:t> &amp; Varonis, 1984, p.77</a:t>
            </a:r>
            <a:r>
              <a:rPr lang="en-PH" sz="3200" dirty="0" smtClean="0">
                <a:solidFill>
                  <a:schemeClr val="tx1"/>
                </a:solidFill>
                <a:latin typeface="Arial" panose="020B0604020202020204" pitchFamily="34" charset="0"/>
                <a:cs typeface="Arial" panose="020B0604020202020204" pitchFamily="34" charset="0"/>
              </a:rPr>
              <a:t>)</a:t>
            </a:r>
            <a:endParaRPr lang="en-PH" sz="3200" dirty="0" smtClean="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4026677" y="0"/>
          <a:ext cx="7785877" cy="697929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Rectangle 2"/>
          <p:cNvSpPr/>
          <p:nvPr/>
        </p:nvSpPr>
        <p:spPr>
          <a:xfrm>
            <a:off x="0" y="1230135"/>
            <a:ext cx="3816220" cy="2862322"/>
          </a:xfrm>
          <a:prstGeom prst="rect">
            <a:avLst/>
          </a:prstGeom>
          <a:noFill/>
        </p:spPr>
        <p:txBody>
          <a:bodyPr wrap="square" lIns="91440" tIns="45720" rIns="91440" bIns="45720">
            <a:spAutoFit/>
          </a:bodyPr>
          <a:lstStyle/>
          <a:p>
            <a:pPr algn="ctr"/>
            <a:r>
              <a:rPr lang="en-US" sz="3600" b="1" cap="none" spc="0" dirty="0" smtClean="0">
                <a:ln w="0"/>
                <a:solidFill>
                  <a:schemeClr val="tx1"/>
                </a:solidFill>
                <a:effectLst>
                  <a:outerShdw blurRad="38100" dist="19050" dir="2700000" algn="tl" rotWithShape="0">
                    <a:schemeClr val="dk1">
                      <a:alpha val="40000"/>
                    </a:schemeClr>
                  </a:outerShdw>
                </a:effectLst>
              </a:rPr>
              <a:t>Useful Expressions when Quoting / Paraphrasing / Summarizing</a:t>
            </a:r>
            <a:endParaRPr lang="en-US" sz="3600" b="1"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cap="none" dirty="0" smtClean="0"/>
              <a:t>Reference List?</a:t>
            </a:r>
            <a:endParaRPr lang="en-PH" sz="40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r>
              <a:rPr lang="en-PH" sz="4000" dirty="0" err="1" smtClean="0">
                <a:solidFill>
                  <a:schemeClr val="tx1"/>
                </a:solidFill>
                <a:latin typeface="Arial" panose="020B0604020202020204" pitchFamily="34" charset="0"/>
                <a:cs typeface="Arial" panose="020B0604020202020204" pitchFamily="34" charset="0"/>
              </a:rPr>
              <a:t>Strahan</a:t>
            </a:r>
            <a:r>
              <a:rPr lang="en-PH" sz="4000" dirty="0" smtClean="0">
                <a:solidFill>
                  <a:schemeClr val="tx1"/>
                </a:solidFill>
                <a:latin typeface="Arial" panose="020B0604020202020204" pitchFamily="34" charset="0"/>
                <a:cs typeface="Arial" panose="020B0604020202020204" pitchFamily="34" charset="0"/>
              </a:rPr>
              <a:t>, D. (2009, September). A real waste of waste. </a:t>
            </a:r>
            <a:r>
              <a:rPr lang="en-PH" sz="4000" i="1" dirty="0" smtClean="0">
                <a:solidFill>
                  <a:schemeClr val="tx1"/>
                </a:solidFill>
                <a:latin typeface="Arial" panose="020B0604020202020204" pitchFamily="34" charset="0"/>
                <a:cs typeface="Arial" panose="020B0604020202020204" pitchFamily="34" charset="0"/>
              </a:rPr>
              <a:t>Ecologist</a:t>
            </a:r>
            <a:r>
              <a:rPr lang="en-PH" sz="4000" dirty="0" smtClean="0">
                <a:solidFill>
                  <a:schemeClr val="tx1"/>
                </a:solidFill>
                <a:latin typeface="Arial" panose="020B0604020202020204" pitchFamily="34" charset="0"/>
                <a:cs typeface="Arial" panose="020B0604020202020204" pitchFamily="34" charset="0"/>
              </a:rPr>
              <a:t>, (3), 2-4.</a:t>
            </a:r>
            <a:endParaRPr lang="en-PH" sz="4000" dirty="0" smtClean="0">
              <a:solidFill>
                <a:schemeClr val="tx1"/>
              </a:solidFill>
              <a:latin typeface="Arial" panose="020B0604020202020204" pitchFamily="34" charset="0"/>
              <a:cs typeface="Arial" panose="020B0604020202020204" pitchFamily="34" charset="0"/>
            </a:endParaRPr>
          </a:p>
          <a:p>
            <a:r>
              <a:rPr lang="en-PH" sz="4000" dirty="0" err="1" smtClean="0">
                <a:solidFill>
                  <a:schemeClr val="tx1"/>
                </a:solidFill>
                <a:latin typeface="Arial" panose="020B0604020202020204" pitchFamily="34" charset="0"/>
                <a:cs typeface="Arial" panose="020B0604020202020204" pitchFamily="34" charset="0"/>
              </a:rPr>
              <a:t>Kazmin</a:t>
            </a:r>
            <a:r>
              <a:rPr lang="en-PH" sz="4000" dirty="0" smtClean="0">
                <a:solidFill>
                  <a:schemeClr val="tx1"/>
                </a:solidFill>
                <a:latin typeface="Arial" panose="020B0604020202020204" pitchFamily="34" charset="0"/>
                <a:cs typeface="Arial" panose="020B0604020202020204" pitchFamily="34" charset="0"/>
              </a:rPr>
              <a:t>, A. (2009, September 9). ‘Politics of water’ leaves Punjab in deep trouble. </a:t>
            </a:r>
            <a:r>
              <a:rPr lang="en-PH" sz="4000" i="1" dirty="0" smtClean="0">
                <a:solidFill>
                  <a:schemeClr val="tx1"/>
                </a:solidFill>
                <a:latin typeface="Arial" panose="020B0604020202020204" pitchFamily="34" charset="0"/>
                <a:cs typeface="Arial" panose="020B0604020202020204" pitchFamily="34" charset="0"/>
              </a:rPr>
              <a:t>Financial Times</a:t>
            </a:r>
            <a:r>
              <a:rPr lang="en-PH" sz="4000" dirty="0" smtClean="0">
                <a:solidFill>
                  <a:schemeClr val="tx1"/>
                </a:solidFill>
                <a:latin typeface="Arial" panose="020B0604020202020204" pitchFamily="34" charset="0"/>
                <a:cs typeface="Arial" panose="020B0604020202020204" pitchFamily="34" charset="0"/>
              </a:rPr>
              <a:t>. </a:t>
            </a:r>
            <a:r>
              <a:rPr lang="en-PH" sz="4000" i="1" dirty="0" smtClean="0">
                <a:solidFill>
                  <a:schemeClr val="tx1"/>
                </a:solidFill>
                <a:latin typeface="Arial" panose="020B0604020202020204" pitchFamily="34" charset="0"/>
                <a:cs typeface="Arial" panose="020B0604020202020204" pitchFamily="34" charset="0"/>
              </a:rPr>
              <a:t>Retrieved from http://www.ft.com</a:t>
            </a:r>
            <a:endParaRPr lang="en-PH" sz="4000" i="1"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1686765" y="728997"/>
          <a:ext cx="9202057" cy="590506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cap="none" dirty="0" smtClean="0"/>
              <a:t>PARAPHRASING</a:t>
            </a:r>
            <a:endParaRPr lang="en-PH" sz="60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r>
              <a:rPr lang="en-PH" sz="4000" dirty="0" smtClean="0">
                <a:solidFill>
                  <a:schemeClr val="tx1"/>
                </a:solidFill>
                <a:latin typeface="Arial" panose="020B0604020202020204" pitchFamily="34" charset="0"/>
                <a:cs typeface="Arial" panose="020B0604020202020204" pitchFamily="34" charset="0"/>
              </a:rPr>
              <a:t>Involve restating the ideas from a passage in your </a:t>
            </a:r>
            <a:r>
              <a:rPr lang="en-PH" sz="4000" dirty="0" smtClean="0">
                <a:solidFill>
                  <a:srgbClr val="C00000"/>
                </a:solidFill>
                <a:latin typeface="Arial" panose="020B0604020202020204" pitchFamily="34" charset="0"/>
                <a:cs typeface="Arial" panose="020B0604020202020204" pitchFamily="34" charset="0"/>
              </a:rPr>
              <a:t>own words</a:t>
            </a:r>
            <a:endParaRPr lang="en-PH" sz="4000" dirty="0" smtClean="0">
              <a:solidFill>
                <a:srgbClr val="C00000"/>
              </a:solidFill>
              <a:latin typeface="Arial" panose="020B0604020202020204" pitchFamily="34" charset="0"/>
              <a:cs typeface="Arial" panose="020B0604020202020204" pitchFamily="34" charset="0"/>
            </a:endParaRPr>
          </a:p>
          <a:p>
            <a:r>
              <a:rPr lang="en-PH" sz="4000" dirty="0" smtClean="0">
                <a:solidFill>
                  <a:schemeClr val="tx1"/>
                </a:solidFill>
                <a:latin typeface="Arial" panose="020B0604020202020204" pitchFamily="34" charset="0"/>
                <a:cs typeface="Arial" panose="020B0604020202020204" pitchFamily="34" charset="0"/>
              </a:rPr>
              <a:t>Paraphrased text is usually the </a:t>
            </a:r>
            <a:r>
              <a:rPr lang="en-PH" sz="4000" dirty="0" smtClean="0">
                <a:solidFill>
                  <a:srgbClr val="C00000"/>
                </a:solidFill>
                <a:latin typeface="Arial" panose="020B0604020202020204" pitchFamily="34" charset="0"/>
                <a:cs typeface="Arial" panose="020B0604020202020204" pitchFamily="34" charset="0"/>
              </a:rPr>
              <a:t>same length </a:t>
            </a:r>
            <a:r>
              <a:rPr lang="en-PH" sz="4000" dirty="0" smtClean="0">
                <a:solidFill>
                  <a:schemeClr val="tx1"/>
                </a:solidFill>
                <a:latin typeface="Arial" panose="020B0604020202020204" pitchFamily="34" charset="0"/>
                <a:cs typeface="Arial" panose="020B0604020202020204" pitchFamily="34" charset="0"/>
              </a:rPr>
              <a:t>as the original</a:t>
            </a:r>
            <a:endParaRPr lang="en-PH" sz="4000"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cap="none" dirty="0" smtClean="0"/>
              <a:t>PARAPHRASING Example</a:t>
            </a:r>
            <a:endParaRPr lang="en-PH" sz="60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r>
              <a:rPr lang="en-PH" sz="3200" b="1" dirty="0" smtClean="0">
                <a:solidFill>
                  <a:schemeClr val="tx1"/>
                </a:solidFill>
                <a:latin typeface="Arial" panose="020B0604020202020204" pitchFamily="34" charset="0"/>
                <a:cs typeface="Arial" panose="020B0604020202020204" pitchFamily="34" charset="0"/>
              </a:rPr>
              <a:t>Source</a:t>
            </a:r>
            <a:endParaRPr lang="en-PH" sz="3200" b="1" dirty="0" smtClean="0">
              <a:solidFill>
                <a:schemeClr val="tx1"/>
              </a:solidFill>
              <a:latin typeface="Arial" panose="020B0604020202020204" pitchFamily="34" charset="0"/>
              <a:cs typeface="Arial" panose="020B0604020202020204" pitchFamily="34" charset="0"/>
            </a:endParaRPr>
          </a:p>
          <a:p>
            <a:pPr marL="0" indent="0">
              <a:buNone/>
            </a:pPr>
            <a:r>
              <a:rPr lang="en-PH" sz="3200" dirty="0">
                <a:solidFill>
                  <a:schemeClr val="tx1"/>
                </a:solidFill>
                <a:latin typeface="Arial" panose="020B0604020202020204" pitchFamily="34" charset="0"/>
                <a:cs typeface="Arial" panose="020B0604020202020204" pitchFamily="34" charset="0"/>
              </a:rPr>
              <a:t>	</a:t>
            </a:r>
            <a:r>
              <a:rPr lang="en-PH" sz="3200" dirty="0" smtClean="0">
                <a:solidFill>
                  <a:schemeClr val="tx1"/>
                </a:solidFill>
                <a:latin typeface="Arial" panose="020B0604020202020204" pitchFamily="34" charset="0"/>
                <a:cs typeface="Arial" panose="020B0604020202020204" pitchFamily="34" charset="0"/>
              </a:rPr>
              <a:t>	It has long been known that </a:t>
            </a:r>
            <a:r>
              <a:rPr lang="en-PH" sz="3200" dirty="0" smtClean="0">
                <a:solidFill>
                  <a:srgbClr val="00B050"/>
                </a:solidFill>
                <a:latin typeface="Arial" panose="020B0604020202020204" pitchFamily="34" charset="0"/>
                <a:cs typeface="Arial" panose="020B0604020202020204" pitchFamily="34" charset="0"/>
              </a:rPr>
              <a:t>Cairo</a:t>
            </a:r>
            <a:r>
              <a:rPr lang="en-PH" sz="3200" dirty="0" smtClean="0">
                <a:solidFill>
                  <a:schemeClr val="tx1"/>
                </a:solidFill>
                <a:latin typeface="Arial" panose="020B0604020202020204" pitchFamily="34" charset="0"/>
                <a:cs typeface="Arial" panose="020B0604020202020204" pitchFamily="34" charset="0"/>
              </a:rPr>
              <a:t> is the </a:t>
            </a:r>
            <a:r>
              <a:rPr lang="en-PH" sz="3200" dirty="0" smtClean="0">
                <a:solidFill>
                  <a:srgbClr val="00B050"/>
                </a:solidFill>
                <a:latin typeface="Arial" panose="020B0604020202020204" pitchFamily="34" charset="0"/>
                <a:cs typeface="Arial" panose="020B0604020202020204" pitchFamily="34" charset="0"/>
              </a:rPr>
              <a:t>most populous </a:t>
            </a:r>
            <a:r>
              <a:rPr lang="en-PH" sz="3200" dirty="0" smtClean="0">
                <a:solidFill>
                  <a:schemeClr val="tx1"/>
                </a:solidFill>
                <a:latin typeface="Arial" panose="020B0604020202020204" pitchFamily="34" charset="0"/>
                <a:cs typeface="Arial" panose="020B0604020202020204" pitchFamily="34" charset="0"/>
              </a:rPr>
              <a:t>city on earth, </a:t>
            </a:r>
            <a:r>
              <a:rPr lang="en-PH" sz="3200" dirty="0" smtClean="0">
                <a:solidFill>
                  <a:srgbClr val="FF0000"/>
                </a:solidFill>
                <a:latin typeface="Arial" panose="020B0604020202020204" pitchFamily="34" charset="0"/>
                <a:cs typeface="Arial" panose="020B0604020202020204" pitchFamily="34" charset="0"/>
              </a:rPr>
              <a:t>but </a:t>
            </a:r>
            <a:r>
              <a:rPr lang="en-PH" sz="3200" dirty="0" smtClean="0">
                <a:solidFill>
                  <a:srgbClr val="00B050"/>
                </a:solidFill>
                <a:latin typeface="Arial" panose="020B0604020202020204" pitchFamily="34" charset="0"/>
                <a:cs typeface="Arial" panose="020B0604020202020204" pitchFamily="34" charset="0"/>
              </a:rPr>
              <a:t>no-one knew exactly </a:t>
            </a:r>
            <a:r>
              <a:rPr lang="en-PH" sz="3200" dirty="0" smtClean="0">
                <a:solidFill>
                  <a:schemeClr val="tx1"/>
                </a:solidFill>
                <a:latin typeface="Arial" panose="020B0604020202020204" pitchFamily="34" charset="0"/>
                <a:cs typeface="Arial" panose="020B0604020202020204" pitchFamily="34" charset="0"/>
              </a:rPr>
              <a:t>how populous it was </a:t>
            </a:r>
            <a:r>
              <a:rPr lang="en-PH" sz="3200" dirty="0" smtClean="0">
                <a:solidFill>
                  <a:srgbClr val="00B050"/>
                </a:solidFill>
                <a:latin typeface="Arial" panose="020B0604020202020204" pitchFamily="34" charset="0"/>
                <a:cs typeface="Arial" panose="020B0604020202020204" pitchFamily="34" charset="0"/>
              </a:rPr>
              <a:t>until last month</a:t>
            </a:r>
            <a:r>
              <a:rPr lang="en-PH" sz="3200" dirty="0" smtClean="0">
                <a:solidFill>
                  <a:schemeClr val="tx1"/>
                </a:solidFill>
                <a:latin typeface="Arial" panose="020B0604020202020204" pitchFamily="34" charset="0"/>
                <a:cs typeface="Arial" panose="020B0604020202020204" pitchFamily="34" charset="0"/>
              </a:rPr>
              <a:t>. (Chan Kian </a:t>
            </a:r>
            <a:r>
              <a:rPr lang="en-PH" sz="3200" dirty="0" err="1" smtClean="0">
                <a:solidFill>
                  <a:schemeClr val="tx1"/>
                </a:solidFill>
                <a:latin typeface="Arial" panose="020B0604020202020204" pitchFamily="34" charset="0"/>
                <a:cs typeface="Arial" panose="020B0604020202020204" pitchFamily="34" charset="0"/>
              </a:rPr>
              <a:t>Hwa</a:t>
            </a:r>
            <a:r>
              <a:rPr lang="en-PH" sz="3200" dirty="0" smtClean="0">
                <a:solidFill>
                  <a:schemeClr val="tx1"/>
                </a:solidFill>
                <a:latin typeface="Arial" panose="020B0604020202020204" pitchFamily="34" charset="0"/>
                <a:cs typeface="Arial" panose="020B0604020202020204" pitchFamily="34" charset="0"/>
              </a:rPr>
              <a:t>, 2010)</a:t>
            </a:r>
            <a:endParaRPr lang="en-PH" sz="3200" dirty="0" smtClean="0">
              <a:solidFill>
                <a:schemeClr val="tx1"/>
              </a:solidFill>
              <a:latin typeface="Arial" panose="020B0604020202020204" pitchFamily="34" charset="0"/>
              <a:cs typeface="Arial" panose="020B0604020202020204" pitchFamily="34" charset="0"/>
            </a:endParaRPr>
          </a:p>
          <a:p>
            <a:r>
              <a:rPr lang="en-PH" sz="3200" b="1" dirty="0" smtClean="0">
                <a:solidFill>
                  <a:schemeClr val="tx1"/>
                </a:solidFill>
                <a:latin typeface="Arial" panose="020B0604020202020204" pitchFamily="34" charset="0"/>
                <a:cs typeface="Arial" panose="020B0604020202020204" pitchFamily="34" charset="0"/>
              </a:rPr>
              <a:t>Paraphrase</a:t>
            </a:r>
            <a:endParaRPr lang="en-PH" sz="3200" b="1" dirty="0" smtClean="0">
              <a:solidFill>
                <a:schemeClr val="tx1"/>
              </a:solidFill>
              <a:latin typeface="Arial" panose="020B0604020202020204" pitchFamily="34" charset="0"/>
              <a:cs typeface="Arial" panose="020B0604020202020204" pitchFamily="34" charset="0"/>
            </a:endParaRPr>
          </a:p>
          <a:p>
            <a:pPr marL="0" indent="0">
              <a:buNone/>
            </a:pPr>
            <a:r>
              <a:rPr lang="en-PH" sz="3200" dirty="0" smtClean="0">
                <a:solidFill>
                  <a:schemeClr val="tx1"/>
                </a:solidFill>
                <a:latin typeface="Arial" panose="020B0604020202020204" pitchFamily="34" charset="0"/>
                <a:cs typeface="Arial" panose="020B0604020202020204" pitchFamily="34" charset="0"/>
              </a:rPr>
              <a:t>		Although Cairo according to Chan Kian </a:t>
            </a:r>
            <a:r>
              <a:rPr lang="en-PH" sz="3200" dirty="0" err="1" smtClean="0">
                <a:solidFill>
                  <a:schemeClr val="tx1"/>
                </a:solidFill>
                <a:latin typeface="Arial" panose="020B0604020202020204" pitchFamily="34" charset="0"/>
                <a:cs typeface="Arial" panose="020B0604020202020204" pitchFamily="34" charset="0"/>
              </a:rPr>
              <a:t>Hwa</a:t>
            </a:r>
            <a:r>
              <a:rPr lang="en-PH" sz="3200" dirty="0" smtClean="0">
                <a:solidFill>
                  <a:schemeClr val="tx1"/>
                </a:solidFill>
                <a:latin typeface="Arial" panose="020B0604020202020204" pitchFamily="34" charset="0"/>
                <a:cs typeface="Arial" panose="020B0604020202020204" pitchFamily="34" charset="0"/>
              </a:rPr>
              <a:t> (2010) has been the world’s most heavily populated city for many years, the precise population was not known until four weeks ago.</a:t>
            </a:r>
            <a:endParaRPr lang="en-PH" sz="3200"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cap="none" dirty="0" smtClean="0"/>
              <a:t>The following stages may be useful:</a:t>
            </a:r>
            <a:endParaRPr lang="en-PH" sz="48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pPr marL="514350" indent="-514350">
              <a:buFont typeface="+mj-lt"/>
              <a:buAutoNum type="arabicPeriod"/>
            </a:pPr>
            <a:r>
              <a:rPr lang="en-PH" sz="3600" dirty="0" smtClean="0">
                <a:solidFill>
                  <a:schemeClr val="tx1"/>
                </a:solidFill>
                <a:latin typeface="Arial" panose="020B0604020202020204" pitchFamily="34" charset="0"/>
                <a:cs typeface="Arial" panose="020B0604020202020204" pitchFamily="34" charset="0"/>
              </a:rPr>
              <a:t>Read and understand the text.</a:t>
            </a:r>
            <a:endParaRPr lang="en-PH" sz="3600" dirty="0" smtClean="0">
              <a:solidFill>
                <a:schemeClr val="tx1"/>
              </a:solidFill>
              <a:latin typeface="Arial" panose="020B0604020202020204" pitchFamily="34" charset="0"/>
              <a:cs typeface="Arial" panose="020B0604020202020204" pitchFamily="34" charset="0"/>
            </a:endParaRPr>
          </a:p>
          <a:p>
            <a:pPr marL="514350" indent="-514350">
              <a:buFont typeface="+mj-lt"/>
              <a:buAutoNum type="arabicPeriod"/>
            </a:pPr>
            <a:r>
              <a:rPr lang="en-PH" sz="3600" dirty="0" smtClean="0">
                <a:solidFill>
                  <a:schemeClr val="tx1"/>
                </a:solidFill>
                <a:latin typeface="Arial" panose="020B0604020202020204" pitchFamily="34" charset="0"/>
                <a:cs typeface="Arial" panose="020B0604020202020204" pitchFamily="34" charset="0"/>
              </a:rPr>
              <a:t>Make a list of the main ideas.</a:t>
            </a:r>
            <a:endParaRPr lang="en-PH" sz="36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3200" dirty="0" smtClean="0">
                <a:solidFill>
                  <a:schemeClr val="tx1"/>
                </a:solidFill>
                <a:latin typeface="Arial" panose="020B0604020202020204" pitchFamily="34" charset="0"/>
                <a:cs typeface="Arial" panose="020B0604020202020204" pitchFamily="34" charset="0"/>
              </a:rPr>
              <a:t>Find the important ideas – the important words/phrases. In some way mark them – write them down, underline or highlight them.</a:t>
            </a:r>
            <a:endParaRPr lang="en-PH" sz="32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3200" dirty="0" smtClean="0">
                <a:solidFill>
                  <a:schemeClr val="tx1"/>
                </a:solidFill>
                <a:latin typeface="Arial" panose="020B0604020202020204" pitchFamily="34" charset="0"/>
                <a:cs typeface="Arial" panose="020B0604020202020204" pitchFamily="34" charset="0"/>
              </a:rPr>
              <a:t>Find alternative words / synonyms for these words / phrases – do not change specialized vocabulary and common words.</a:t>
            </a:r>
            <a:endParaRPr lang="en-PH" sz="3200" dirty="0" smtClean="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cap="none" dirty="0" smtClean="0"/>
              <a:t>The following stages may be useful: </a:t>
            </a:r>
            <a:r>
              <a:rPr lang="en-US" sz="2700" b="1" cap="none" dirty="0" smtClean="0"/>
              <a:t>cont.</a:t>
            </a:r>
            <a:endParaRPr lang="en-PH" sz="27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pPr marL="742950" indent="-742950">
              <a:buFont typeface="+mj-lt"/>
              <a:buAutoNum type="arabicPeriod" startAt="3"/>
            </a:pPr>
            <a:r>
              <a:rPr lang="en-PH" sz="3600" dirty="0" smtClean="0">
                <a:solidFill>
                  <a:schemeClr val="tx1"/>
                </a:solidFill>
                <a:latin typeface="Arial" panose="020B0604020202020204" pitchFamily="34" charset="0"/>
                <a:cs typeface="Arial" panose="020B0604020202020204" pitchFamily="34" charset="0"/>
              </a:rPr>
              <a:t>Change the structure of the text.</a:t>
            </a:r>
            <a:endParaRPr lang="en-PH" sz="36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2800" dirty="0" smtClean="0">
                <a:solidFill>
                  <a:schemeClr val="tx1"/>
                </a:solidFill>
                <a:latin typeface="Arial" panose="020B0604020202020204" pitchFamily="34" charset="0"/>
                <a:cs typeface="Arial" panose="020B0604020202020204" pitchFamily="34" charset="0"/>
              </a:rPr>
              <a:t>Identify the meaning relationships between the works/ideas – e.g. cause/effect, generalization, contrast.</a:t>
            </a:r>
            <a:endParaRPr lang="en-PH" sz="28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2800" dirty="0" smtClean="0">
                <a:solidFill>
                  <a:schemeClr val="tx1"/>
                </a:solidFill>
                <a:latin typeface="Arial" panose="020B0604020202020204" pitchFamily="34" charset="0"/>
                <a:cs typeface="Arial" panose="020B0604020202020204" pitchFamily="34" charset="0"/>
              </a:rPr>
              <a:t>Express these relationships in a different way.</a:t>
            </a:r>
            <a:endParaRPr lang="en-PH" sz="28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2800" dirty="0" smtClean="0">
                <a:solidFill>
                  <a:schemeClr val="tx1"/>
                </a:solidFill>
                <a:latin typeface="Arial" panose="020B0604020202020204" pitchFamily="34" charset="0"/>
                <a:cs typeface="Arial" panose="020B0604020202020204" pitchFamily="34" charset="0"/>
              </a:rPr>
              <a:t>Change the grammar of the text: change nouns to verbs, adjectives to adverbs, etc., break up long sentences, combine short sentences.</a:t>
            </a:r>
            <a:endParaRPr lang="en-PH" sz="2800" dirty="0" smtClean="0">
              <a:solidFill>
                <a:schemeClr val="tx1"/>
              </a:solidFill>
              <a:latin typeface="Arial" panose="020B0604020202020204" pitchFamily="34" charset="0"/>
              <a:cs typeface="Arial" panose="020B0604020202020204" pitchFamily="34" charset="0"/>
            </a:endParaRPr>
          </a:p>
          <a:p>
            <a:pPr marL="742950" indent="-742950">
              <a:buFont typeface="+mj-lt"/>
              <a:buAutoNum type="arabicPeriod" startAt="3"/>
            </a:pPr>
            <a:r>
              <a:rPr lang="en-PH" sz="3600" dirty="0" smtClean="0">
                <a:solidFill>
                  <a:schemeClr val="tx1"/>
                </a:solidFill>
                <a:latin typeface="Arial" panose="020B0604020202020204" pitchFamily="34" charset="0"/>
                <a:cs typeface="Arial" panose="020B0604020202020204" pitchFamily="34" charset="0"/>
              </a:rPr>
              <a:t>Rewrite the main ideas in complete sentences. Combine your notes into a piece of continuous writing.</a:t>
            </a:r>
            <a:endParaRPr lang="en-PH" sz="3200" dirty="0" smtClean="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cap="none" dirty="0" smtClean="0"/>
              <a:t>The following stages may be useful: </a:t>
            </a:r>
            <a:r>
              <a:rPr lang="en-US" sz="2700" b="1" cap="none" dirty="0" smtClean="0"/>
              <a:t>cont.</a:t>
            </a:r>
            <a:endParaRPr lang="en-PH" sz="27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pPr marL="742950" indent="-742950">
              <a:buFont typeface="+mj-lt"/>
              <a:buAutoNum type="arabicPeriod" startAt="5"/>
            </a:pPr>
            <a:r>
              <a:rPr lang="en-PH" sz="3600" dirty="0" smtClean="0">
                <a:solidFill>
                  <a:schemeClr val="tx1"/>
                </a:solidFill>
                <a:latin typeface="Arial" panose="020B0604020202020204" pitchFamily="34" charset="0"/>
                <a:cs typeface="Arial" panose="020B0604020202020204" pitchFamily="34" charset="0"/>
              </a:rPr>
              <a:t>Check your work.</a:t>
            </a:r>
            <a:endParaRPr lang="en-PH" sz="36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3000" dirty="0" smtClean="0">
                <a:solidFill>
                  <a:schemeClr val="tx1"/>
                </a:solidFill>
                <a:latin typeface="Arial" panose="020B0604020202020204" pitchFamily="34" charset="0"/>
                <a:cs typeface="Arial" panose="020B0604020202020204" pitchFamily="34" charset="0"/>
              </a:rPr>
              <a:t>Make sure the meaning is the same.</a:t>
            </a:r>
            <a:endParaRPr lang="en-PH" sz="30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3000" dirty="0" smtClean="0">
                <a:solidFill>
                  <a:schemeClr val="tx1"/>
                </a:solidFill>
                <a:latin typeface="Arial" panose="020B0604020202020204" pitchFamily="34" charset="0"/>
                <a:cs typeface="Arial" panose="020B0604020202020204" pitchFamily="34" charset="0"/>
              </a:rPr>
              <a:t>Make sure the length is the same.</a:t>
            </a:r>
            <a:endParaRPr lang="en-PH" sz="30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3000" dirty="0" smtClean="0">
                <a:solidFill>
                  <a:schemeClr val="tx1"/>
                </a:solidFill>
                <a:latin typeface="Arial" panose="020B0604020202020204" pitchFamily="34" charset="0"/>
                <a:cs typeface="Arial" panose="020B0604020202020204" pitchFamily="34" charset="0"/>
              </a:rPr>
              <a:t>Make sure the style is your own.</a:t>
            </a:r>
            <a:endParaRPr lang="en-PH" sz="30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3000" dirty="0" smtClean="0">
                <a:solidFill>
                  <a:schemeClr val="tx1"/>
                </a:solidFill>
                <a:latin typeface="Arial" panose="020B0604020202020204" pitchFamily="34" charset="0"/>
                <a:cs typeface="Arial" panose="020B0604020202020204" pitchFamily="34" charset="0"/>
              </a:rPr>
              <a:t>Remember to acknowledge other people’s work.</a:t>
            </a:r>
            <a:endParaRPr lang="en-PH" sz="3000" dirty="0" smtClean="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cap="none" dirty="0" smtClean="0"/>
              <a:t>METHODS OF PARAPHRASING</a:t>
            </a:r>
            <a:endParaRPr lang="en-PH" sz="60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pPr marL="742950" indent="-742950">
              <a:buFont typeface="+mj-lt"/>
              <a:buAutoNum type="arabicPeriod"/>
            </a:pPr>
            <a:r>
              <a:rPr lang="en-PH" sz="3200" b="1" i="1" dirty="0" smtClean="0">
                <a:solidFill>
                  <a:srgbClr val="FF0000"/>
                </a:solidFill>
                <a:latin typeface="Arial" panose="020B0604020202020204" pitchFamily="34" charset="0"/>
                <a:cs typeface="Arial" panose="020B0604020202020204" pitchFamily="34" charset="0"/>
              </a:rPr>
              <a:t>Look away from the source; then write.</a:t>
            </a:r>
            <a:endParaRPr lang="en-PH" sz="3200" b="1" i="1" dirty="0" smtClean="0">
              <a:solidFill>
                <a:srgbClr val="FF0000"/>
              </a:solidFill>
              <a:latin typeface="Arial" panose="020B0604020202020204" pitchFamily="34" charset="0"/>
              <a:cs typeface="Arial" panose="020B0604020202020204" pitchFamily="34" charset="0"/>
            </a:endParaRPr>
          </a:p>
          <a:p>
            <a:pPr lvl="1">
              <a:buFont typeface="Wingdings" panose="05000000000000000000" pitchFamily="2" charset="2"/>
              <a:buChar char="Ø"/>
            </a:pPr>
            <a:r>
              <a:rPr lang="en-PH" sz="3200" dirty="0" smtClean="0">
                <a:solidFill>
                  <a:schemeClr val="tx1"/>
                </a:solidFill>
                <a:latin typeface="Arial" panose="020B0604020202020204" pitchFamily="34" charset="0"/>
                <a:cs typeface="Arial" panose="020B0604020202020204" pitchFamily="34" charset="0"/>
              </a:rPr>
              <a:t>Read the text you wan to paraphrase several times – until you feel that you understand it and can use your own words to restate it. Then, </a:t>
            </a:r>
            <a:r>
              <a:rPr lang="en-PH" sz="3200" i="1" dirty="0" smtClean="0">
                <a:solidFill>
                  <a:schemeClr val="tx1"/>
                </a:solidFill>
                <a:latin typeface="Arial" panose="020B0604020202020204" pitchFamily="34" charset="0"/>
                <a:cs typeface="Arial" panose="020B0604020202020204" pitchFamily="34" charset="0"/>
              </a:rPr>
              <a:t>look away from the original</a:t>
            </a:r>
            <a:r>
              <a:rPr lang="en-PH" sz="3200" dirty="0" smtClean="0">
                <a:solidFill>
                  <a:schemeClr val="tx1"/>
                </a:solidFill>
                <a:latin typeface="Arial" panose="020B0604020202020204" pitchFamily="34" charset="0"/>
                <a:cs typeface="Arial" panose="020B0604020202020204" pitchFamily="34" charset="0"/>
              </a:rPr>
              <a:t> and rewrite the text in your words.</a:t>
            </a:r>
            <a:endParaRPr lang="en-PH" sz="3200" dirty="0" smtClean="0">
              <a:solidFill>
                <a:schemeClr val="tx1"/>
              </a:solidFill>
              <a:latin typeface="Arial" panose="020B0604020202020204" pitchFamily="34" charset="0"/>
              <a:cs typeface="Arial" panose="020B0604020202020204" pitchFamily="34" charset="0"/>
            </a:endParaRPr>
          </a:p>
          <a:p>
            <a:pPr marL="323850" lvl="1" indent="0">
              <a:buNone/>
            </a:pPr>
            <a:r>
              <a:rPr lang="en-PH" sz="2000" b="1" dirty="0" smtClean="0">
                <a:solidFill>
                  <a:srgbClr val="0070C0"/>
                </a:solidFill>
                <a:latin typeface="Arial" panose="020B0604020202020204" pitchFamily="34" charset="0"/>
                <a:cs typeface="Arial" panose="020B0604020202020204" pitchFamily="34" charset="0"/>
              </a:rPr>
              <a:t>OR</a:t>
            </a:r>
            <a:endParaRPr lang="en-PH" sz="2000" b="1" dirty="0" smtClean="0">
              <a:solidFill>
                <a:srgbClr val="0070C0"/>
              </a:solidFill>
              <a:latin typeface="Arial" panose="020B0604020202020204" pitchFamily="34" charset="0"/>
              <a:cs typeface="Arial" panose="020B0604020202020204" pitchFamily="34" charset="0"/>
            </a:endParaRPr>
          </a:p>
          <a:p>
            <a:pPr marL="742950" indent="-742950">
              <a:buFont typeface="+mj-lt"/>
              <a:buAutoNum type="arabicPeriod"/>
            </a:pPr>
            <a:r>
              <a:rPr lang="en-PH" sz="3200" b="1" i="1" dirty="0" smtClean="0">
                <a:solidFill>
                  <a:srgbClr val="FF0000"/>
                </a:solidFill>
                <a:latin typeface="Arial" panose="020B0604020202020204" pitchFamily="34" charset="0"/>
                <a:cs typeface="Arial" panose="020B0604020202020204" pitchFamily="34" charset="0"/>
              </a:rPr>
              <a:t>Take notes</a:t>
            </a:r>
            <a:endParaRPr lang="en-PH" sz="3200" b="1" i="1" dirty="0" smtClean="0">
              <a:solidFill>
                <a:srgbClr val="FF0000"/>
              </a:solidFill>
              <a:latin typeface="Arial" panose="020B0604020202020204" pitchFamily="34" charset="0"/>
              <a:cs typeface="Arial" panose="020B0604020202020204" pitchFamily="34" charset="0"/>
            </a:endParaRPr>
          </a:p>
          <a:p>
            <a:pPr lvl="1">
              <a:buFont typeface="Wingdings" panose="05000000000000000000" pitchFamily="2" charset="2"/>
              <a:buChar char="Ø"/>
            </a:pPr>
            <a:r>
              <a:rPr lang="en-PH" sz="3200" dirty="0" smtClean="0">
                <a:solidFill>
                  <a:schemeClr val="tx1"/>
                </a:solidFill>
                <a:latin typeface="Arial" panose="020B0604020202020204" pitchFamily="34" charset="0"/>
                <a:cs typeface="Arial" panose="020B0604020202020204" pitchFamily="34" charset="0"/>
              </a:rPr>
              <a:t>Take notes; set the notes aside; then </a:t>
            </a:r>
            <a:r>
              <a:rPr lang="en-PH" sz="3200" b="1" i="1" dirty="0" smtClean="0">
                <a:solidFill>
                  <a:srgbClr val="7030A0"/>
                </a:solidFill>
                <a:latin typeface="Arial" panose="020B0604020202020204" pitchFamily="34" charset="0"/>
                <a:cs typeface="Arial" panose="020B0604020202020204" pitchFamily="34" charset="0"/>
              </a:rPr>
              <a:t>paraphrase from the notes.</a:t>
            </a:r>
            <a:endParaRPr lang="en-PH" sz="3200" b="1" i="1" dirty="0">
              <a:solidFill>
                <a:srgbClr val="7030A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cap="none" dirty="0" smtClean="0"/>
              <a:t>If it still doesn’t work?</a:t>
            </a:r>
            <a:endParaRPr lang="en-PH" sz="6000" b="1" cap="none" dirty="0"/>
          </a:p>
        </p:txBody>
      </p:sp>
      <p:sp>
        <p:nvSpPr>
          <p:cNvPr id="3" name="Content Placeholder 2"/>
          <p:cNvSpPr>
            <a:spLocks noGrp="1"/>
          </p:cNvSpPr>
          <p:nvPr>
            <p:ph idx="1"/>
          </p:nvPr>
        </p:nvSpPr>
        <p:spPr>
          <a:xfrm>
            <a:off x="55982" y="2067339"/>
            <a:ext cx="12098694" cy="4683318"/>
          </a:xfrm>
          <a:solidFill>
            <a:schemeClr val="bg1"/>
          </a:solidFill>
        </p:spPr>
        <p:txBody>
          <a:bodyPr>
            <a:noAutofit/>
          </a:bodyPr>
          <a:lstStyle/>
          <a:p>
            <a:pPr marL="0" indent="0" algn="ctr">
              <a:buNone/>
            </a:pPr>
            <a:r>
              <a:rPr lang="en-PH" sz="4000" b="1" i="1" dirty="0" smtClean="0">
                <a:solidFill>
                  <a:srgbClr val="FF0000"/>
                </a:solidFill>
                <a:latin typeface="Bookman Old Style" panose="02050604050505020204" pitchFamily="18" charset="0"/>
                <a:cs typeface="Arial" panose="020B0604020202020204" pitchFamily="34" charset="0"/>
              </a:rPr>
              <a:t>This may mean that you don’t understand the passage completely.</a:t>
            </a:r>
            <a:endParaRPr lang="en-PH" sz="4000" b="1" i="1" dirty="0" smtClean="0">
              <a:solidFill>
                <a:srgbClr val="FF0000"/>
              </a:solidFill>
              <a:latin typeface="Bookman Old Style" panose="02050604050505020204" pitchFamily="18" charset="0"/>
              <a:cs typeface="Arial" panose="020B0604020202020204" pitchFamily="34" charset="0"/>
            </a:endParaRPr>
          </a:p>
          <a:p>
            <a:pPr marL="0" indent="0">
              <a:buNone/>
            </a:pPr>
            <a:endParaRPr lang="en-PH" sz="1600" dirty="0">
              <a:solidFill>
                <a:schemeClr val="tx1"/>
              </a:solidFill>
              <a:latin typeface="Arial" panose="020B0604020202020204" pitchFamily="34" charset="0"/>
              <a:cs typeface="Arial" panose="020B0604020202020204" pitchFamily="34" charset="0"/>
            </a:endParaRPr>
          </a:p>
          <a:p>
            <a:pPr marL="0" indent="0" algn="ctr">
              <a:buNone/>
            </a:pPr>
            <a:r>
              <a:rPr lang="en-PH" sz="4800" b="1" dirty="0" smtClean="0">
                <a:solidFill>
                  <a:srgbClr val="0070C0"/>
                </a:solidFill>
                <a:cs typeface="Arial" panose="020B0604020202020204" pitchFamily="34" charset="0"/>
              </a:rPr>
              <a:t>Then, you have to move to the next strategy:</a:t>
            </a:r>
            <a:endParaRPr lang="en-PH" sz="4800" b="1" dirty="0" smtClean="0">
              <a:solidFill>
                <a:srgbClr val="0070C0"/>
              </a:solidFill>
              <a:cs typeface="Arial" panose="020B0604020202020204" pitchFamily="34" charset="0"/>
            </a:endParaRPr>
          </a:p>
          <a:p>
            <a:pPr marL="0" indent="0" algn="ctr">
              <a:buNone/>
            </a:pPr>
            <a:r>
              <a:rPr lang="en-PH" sz="3600" b="1" i="1" dirty="0" smtClean="0">
                <a:solidFill>
                  <a:srgbClr val="FF0000"/>
                </a:solidFill>
                <a:latin typeface="Bookman Old Style" panose="02050604050505020204" pitchFamily="18" charset="0"/>
                <a:cs typeface="Arial" panose="020B0604020202020204" pitchFamily="34" charset="0"/>
              </a:rPr>
              <a:t>While looking at the source, first change (a) the structure, then (b) the words.</a:t>
            </a:r>
            <a:endParaRPr lang="en-PH" sz="3600" b="1" i="1" dirty="0">
              <a:solidFill>
                <a:srgbClr val="FF0000"/>
              </a:solidFill>
              <a:latin typeface="Bookman Old Style" panose="02050604050505020204" pitchFamily="18"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0"/>
                                  </p:iterate>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9" presetClass="emph" presetSubtype="0" repeatCount="indefinite" nodeType="withEffect">
                                  <p:stCondLst>
                                    <p:cond delay="0"/>
                                  </p:stCondLst>
                                  <p:iterate type="lt">
                                    <p:tmPct val="0"/>
                                  </p:iterate>
                                  <p:childTnLst>
                                    <p:animClr clrSpc="rgb" dir="cw">
                                      <p:cBhvr override="childStyle">
                                        <p:cTn id="8" dur="500" fill="hold"/>
                                        <p:tgtEl>
                                          <p:spTgt spid="3">
                                            <p:txEl>
                                              <p:pRg st="0" end="0"/>
                                            </p:txEl>
                                          </p:spTgt>
                                        </p:tgtEl>
                                        <p:attrNameLst>
                                          <p:attrName>style.color</p:attrName>
                                        </p:attrNameLst>
                                      </p:cBhvr>
                                      <p:to>
                                        <a:schemeClr val="accent2"/>
                                      </p:to>
                                    </p:animClr>
                                    <p:animClr clrSpc="rgb" dir="cw">
                                      <p:cBhvr>
                                        <p:cTn id="9" dur="500" fill="hold"/>
                                        <p:tgtEl>
                                          <p:spTgt spid="3">
                                            <p:txEl>
                                              <p:pRg st="0" end="0"/>
                                            </p:txEl>
                                          </p:spTgt>
                                        </p:tgtEl>
                                        <p:attrNameLst>
                                          <p:attrName>fillcolor</p:attrName>
                                        </p:attrNameLst>
                                      </p:cBhvr>
                                      <p:to>
                                        <a:schemeClr val="accent2"/>
                                      </p:to>
                                    </p:animClr>
                                    <p:set>
                                      <p:cBhvr>
                                        <p:cTn id="10" dur="500" fill="hold"/>
                                        <p:tgtEl>
                                          <p:spTgt spid="3">
                                            <p:txEl>
                                              <p:pRg st="0" end="0"/>
                                            </p:txEl>
                                          </p:spTgt>
                                        </p:tgtEl>
                                        <p:attrNameLst>
                                          <p:attrName>fill.type</p:attrName>
                                        </p:attrNameLst>
                                      </p:cBhvr>
                                      <p:to>
                                        <p:strVal val="solid"/>
                                      </p:to>
                                    </p:set>
                                    <p:set>
                                      <p:cBhvr>
                                        <p:cTn id="11" dur="500" fill="hold"/>
                                        <p:tgtEl>
                                          <p:spTgt spid="3">
                                            <p:txEl>
                                              <p:pRg st="0" end="0"/>
                                            </p:txEl>
                                          </p:spTgt>
                                        </p:tgtEl>
                                        <p:attrNameLst>
                                          <p:attrName>fill.on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par>
                                <p:cTn id="16" presetID="19" presetClass="emph" presetSubtype="0" repeatCount="indefinite" fill="hold" nodeType="withEffect">
                                  <p:stCondLst>
                                    <p:cond delay="0"/>
                                  </p:stCondLst>
                                  <p:iterate type="lt">
                                    <p:tmPct val="0"/>
                                  </p:iterate>
                                  <p:childTnLst>
                                    <p:animClr clrSpc="rgb" dir="cw">
                                      <p:cBhvr override="childStyle">
                                        <p:cTn id="17" dur="500" fill="hold"/>
                                        <p:tgtEl>
                                          <p:spTgt spid="3">
                                            <p:txEl>
                                              <p:pRg st="0" end="0"/>
                                            </p:txEl>
                                          </p:spTgt>
                                        </p:tgtEl>
                                        <p:attrNameLst>
                                          <p:attrName>style.color</p:attrName>
                                        </p:attrNameLst>
                                      </p:cBhvr>
                                      <p:to>
                                        <a:schemeClr val="accent2"/>
                                      </p:to>
                                    </p:animClr>
                                    <p:animClr clrSpc="rgb" dir="cw">
                                      <p:cBhvr>
                                        <p:cTn id="18" dur="500" fill="hold"/>
                                        <p:tgtEl>
                                          <p:spTgt spid="3">
                                            <p:txEl>
                                              <p:pRg st="0" end="0"/>
                                            </p:txEl>
                                          </p:spTgt>
                                        </p:tgtEl>
                                        <p:attrNameLst>
                                          <p:attrName>fillcolor</p:attrName>
                                        </p:attrNameLst>
                                      </p:cBhvr>
                                      <p:to>
                                        <a:schemeClr val="accent2"/>
                                      </p:to>
                                    </p:animClr>
                                    <p:set>
                                      <p:cBhvr>
                                        <p:cTn id="19" dur="500" fill="hold"/>
                                        <p:tgtEl>
                                          <p:spTgt spid="3">
                                            <p:txEl>
                                              <p:pRg st="0" end="0"/>
                                            </p:txEl>
                                          </p:spTgt>
                                        </p:tgtEl>
                                        <p:attrNameLst>
                                          <p:attrName>fill.type</p:attrName>
                                        </p:attrNameLst>
                                      </p:cBhvr>
                                      <p:to>
                                        <p:strVal val="solid"/>
                                      </p:to>
                                    </p:set>
                                    <p:set>
                                      <p:cBhvr>
                                        <p:cTn id="20" dur="500" fill="hold"/>
                                        <p:tgtEl>
                                          <p:spTgt spid="3">
                                            <p:txEl>
                                              <p:pRg st="0" end="0"/>
                                            </p:txEl>
                                          </p:spTgt>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9" presetClass="emph" presetSubtype="0" repeatCount="indefinite" fill="hold" grpId="0" nodeType="clickEffect">
                                  <p:stCondLst>
                                    <p:cond delay="0"/>
                                  </p:stCondLst>
                                  <p:childTnLst>
                                    <p:animClr clrSpc="rgb" dir="cw">
                                      <p:cBhvr override="childStyle">
                                        <p:cTn id="28" dur="500" fill="hold"/>
                                        <p:tgtEl>
                                          <p:spTgt spid="3">
                                            <p:bg/>
                                          </p:spTgt>
                                        </p:tgtEl>
                                        <p:attrNameLst>
                                          <p:attrName>style.color</p:attrName>
                                        </p:attrNameLst>
                                      </p:cBhvr>
                                      <p:to>
                                        <a:schemeClr val="accent2"/>
                                      </p:to>
                                    </p:animClr>
                                    <p:animClr clrSpc="rgb" dir="cw">
                                      <p:cBhvr>
                                        <p:cTn id="29" dur="500" fill="hold"/>
                                        <p:tgtEl>
                                          <p:spTgt spid="3">
                                            <p:bg/>
                                          </p:spTgt>
                                        </p:tgtEl>
                                        <p:attrNameLst>
                                          <p:attrName>fillcolor</p:attrName>
                                        </p:attrNameLst>
                                      </p:cBhvr>
                                      <p:to>
                                        <a:schemeClr val="accent2"/>
                                      </p:to>
                                    </p:animClr>
                                    <p:set>
                                      <p:cBhvr>
                                        <p:cTn id="30" dur="500" fill="hold"/>
                                        <p:tgtEl>
                                          <p:spTgt spid="3">
                                            <p:bg/>
                                          </p:spTgt>
                                        </p:tgtEl>
                                        <p:attrNameLst>
                                          <p:attrName>fill.type</p:attrName>
                                        </p:attrNameLst>
                                      </p:cBhvr>
                                      <p:to>
                                        <p:strVal val="solid"/>
                                      </p:to>
                                    </p:set>
                                    <p:set>
                                      <p:cBhvr>
                                        <p:cTn id="31" dur="500" fill="hold"/>
                                        <p:tgtEl>
                                          <p:spTgt spid="3">
                                            <p:bg/>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cap="none" dirty="0" smtClean="0"/>
              <a:t>(a) Change the structure</a:t>
            </a:r>
            <a:endParaRPr lang="en-PH" sz="27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pPr>
              <a:buFont typeface="Wingdings" panose="05000000000000000000" pitchFamily="2" charset="2"/>
              <a:buChar char="q"/>
            </a:pPr>
            <a:r>
              <a:rPr lang="en-PH" sz="3600" dirty="0" smtClean="0">
                <a:solidFill>
                  <a:schemeClr val="tx1"/>
                </a:solidFill>
                <a:latin typeface="Arial" panose="020B0604020202020204" pitchFamily="34" charset="0"/>
                <a:cs typeface="Arial" panose="020B0604020202020204" pitchFamily="34" charset="0"/>
              </a:rPr>
              <a:t>Begin by starting at a </a:t>
            </a:r>
            <a:r>
              <a:rPr lang="en-PH" sz="3600" b="1" dirty="0" smtClean="0">
                <a:solidFill>
                  <a:srgbClr val="FF0000"/>
                </a:solidFill>
                <a:latin typeface="Arial" panose="020B0604020202020204" pitchFamily="34" charset="0"/>
                <a:cs typeface="Arial" panose="020B0604020202020204" pitchFamily="34" charset="0"/>
              </a:rPr>
              <a:t>different place </a:t>
            </a:r>
            <a:r>
              <a:rPr lang="en-PH" sz="3600" dirty="0" smtClean="0">
                <a:solidFill>
                  <a:schemeClr val="tx1"/>
                </a:solidFill>
                <a:latin typeface="Arial" panose="020B0604020202020204" pitchFamily="34" charset="0"/>
                <a:cs typeface="Arial" panose="020B0604020202020204" pitchFamily="34" charset="0"/>
              </a:rPr>
              <a:t>in the passage, basing your choice on the </a:t>
            </a:r>
            <a:r>
              <a:rPr lang="en-PH" sz="3600" b="1" dirty="0" smtClean="0">
                <a:solidFill>
                  <a:srgbClr val="FF0000"/>
                </a:solidFill>
                <a:latin typeface="Arial" panose="020B0604020202020204" pitchFamily="34" charset="0"/>
                <a:cs typeface="Arial" panose="020B0604020202020204" pitchFamily="34" charset="0"/>
              </a:rPr>
              <a:t>focus </a:t>
            </a:r>
            <a:r>
              <a:rPr lang="en-PH" sz="3600" dirty="0" smtClean="0">
                <a:solidFill>
                  <a:schemeClr val="tx1"/>
                </a:solidFill>
                <a:latin typeface="Arial" panose="020B0604020202020204" pitchFamily="34" charset="0"/>
                <a:cs typeface="Arial" panose="020B0604020202020204" pitchFamily="34" charset="0"/>
              </a:rPr>
              <a:t>of your paper. This will lead naturally to some changes in wording.</a:t>
            </a:r>
            <a:endParaRPr lang="en-PH" sz="3600" dirty="0" smtClean="0">
              <a:solidFill>
                <a:schemeClr val="tx1"/>
              </a:solidFill>
              <a:latin typeface="Arial" panose="020B0604020202020204" pitchFamily="34" charset="0"/>
              <a:cs typeface="Arial" panose="020B0604020202020204" pitchFamily="34" charset="0"/>
            </a:endParaRPr>
          </a:p>
          <a:p>
            <a:pPr>
              <a:buFont typeface="Wingdings" panose="05000000000000000000" pitchFamily="2" charset="2"/>
              <a:buChar char="q"/>
            </a:pPr>
            <a:r>
              <a:rPr lang="en-PH" sz="3600" dirty="0" smtClean="0">
                <a:solidFill>
                  <a:schemeClr val="tx1"/>
                </a:solidFill>
                <a:latin typeface="Arial" panose="020B0604020202020204" pitchFamily="34" charset="0"/>
                <a:cs typeface="Arial" panose="020B0604020202020204" pitchFamily="34" charset="0"/>
              </a:rPr>
              <a:t>Focusing on </a:t>
            </a:r>
            <a:r>
              <a:rPr lang="en-PH" sz="3600" b="1" dirty="0" smtClean="0">
                <a:solidFill>
                  <a:srgbClr val="FF0000"/>
                </a:solidFill>
                <a:latin typeface="Arial" panose="020B0604020202020204" pitchFamily="34" charset="0"/>
                <a:cs typeface="Arial" panose="020B0604020202020204" pitchFamily="34" charset="0"/>
              </a:rPr>
              <a:t>specific people </a:t>
            </a:r>
            <a:r>
              <a:rPr lang="en-PH" sz="3600" dirty="0" smtClean="0">
                <a:solidFill>
                  <a:schemeClr val="tx1"/>
                </a:solidFill>
                <a:latin typeface="Arial" panose="020B0604020202020204" pitchFamily="34" charset="0"/>
                <a:cs typeface="Arial" panose="020B0604020202020204" pitchFamily="34" charset="0"/>
              </a:rPr>
              <a:t>rather than abstractions will make your paraphrase more readable.</a:t>
            </a:r>
            <a:endParaRPr lang="en-PH" sz="3600" dirty="0" smtClean="0">
              <a:solidFill>
                <a:schemeClr val="tx1"/>
              </a:solidFill>
              <a:latin typeface="Arial" panose="020B0604020202020204" pitchFamily="34" charset="0"/>
              <a:cs typeface="Arial" panose="020B0604020202020204" pitchFamily="34" charset="0"/>
            </a:endParaRPr>
          </a:p>
          <a:p>
            <a:pPr>
              <a:buFont typeface="Wingdings" panose="05000000000000000000" pitchFamily="2" charset="2"/>
              <a:buChar char="q"/>
            </a:pPr>
            <a:r>
              <a:rPr lang="en-PH" sz="3600" dirty="0" smtClean="0">
                <a:solidFill>
                  <a:schemeClr val="tx1"/>
                </a:solidFill>
                <a:latin typeface="Arial" panose="020B0604020202020204" pitchFamily="34" charset="0"/>
                <a:cs typeface="Arial" panose="020B0604020202020204" pitchFamily="34" charset="0"/>
              </a:rPr>
              <a:t>You might also </a:t>
            </a:r>
            <a:r>
              <a:rPr lang="en-PH" sz="3600" b="1" dirty="0" smtClean="0">
                <a:solidFill>
                  <a:srgbClr val="FF0000"/>
                </a:solidFill>
                <a:latin typeface="Arial" panose="020B0604020202020204" pitchFamily="34" charset="0"/>
                <a:cs typeface="Arial" panose="020B0604020202020204" pitchFamily="34" charset="0"/>
              </a:rPr>
              <a:t>break up </a:t>
            </a:r>
            <a:r>
              <a:rPr lang="en-PH" sz="3600" dirty="0" smtClean="0">
                <a:solidFill>
                  <a:schemeClr val="tx1"/>
                </a:solidFill>
                <a:latin typeface="Arial" panose="020B0604020202020204" pitchFamily="34" charset="0"/>
                <a:cs typeface="Arial" panose="020B0604020202020204" pitchFamily="34" charset="0"/>
              </a:rPr>
              <a:t>long sentences, </a:t>
            </a:r>
            <a:r>
              <a:rPr lang="en-PH" sz="3600" b="1" dirty="0" smtClean="0">
                <a:solidFill>
                  <a:srgbClr val="FF0000"/>
                </a:solidFill>
                <a:latin typeface="Arial" panose="020B0604020202020204" pitchFamily="34" charset="0"/>
                <a:cs typeface="Arial" panose="020B0604020202020204" pitchFamily="34" charset="0"/>
              </a:rPr>
              <a:t>combine</a:t>
            </a:r>
            <a:r>
              <a:rPr lang="en-PH" sz="3600" dirty="0" smtClean="0">
                <a:solidFill>
                  <a:schemeClr val="tx1"/>
                </a:solidFill>
                <a:latin typeface="Arial" panose="020B0604020202020204" pitchFamily="34" charset="0"/>
                <a:cs typeface="Arial" panose="020B0604020202020204" pitchFamily="34" charset="0"/>
              </a:rPr>
              <a:t> short one, </a:t>
            </a:r>
            <a:r>
              <a:rPr lang="en-PH" sz="3600" b="1" dirty="0" smtClean="0">
                <a:solidFill>
                  <a:srgbClr val="FF0000"/>
                </a:solidFill>
                <a:latin typeface="Arial" panose="020B0604020202020204" pitchFamily="34" charset="0"/>
                <a:cs typeface="Arial" panose="020B0604020202020204" pitchFamily="34" charset="0"/>
              </a:rPr>
              <a:t>expand </a:t>
            </a:r>
            <a:r>
              <a:rPr lang="en-PH" sz="3600" dirty="0" smtClean="0">
                <a:solidFill>
                  <a:schemeClr val="tx1"/>
                </a:solidFill>
                <a:latin typeface="Arial" panose="020B0604020202020204" pitchFamily="34" charset="0"/>
                <a:cs typeface="Arial" panose="020B0604020202020204" pitchFamily="34" charset="0"/>
              </a:rPr>
              <a:t>phrases for clarity, or </a:t>
            </a:r>
            <a:r>
              <a:rPr lang="en-PH" sz="3600" b="1" dirty="0" smtClean="0">
                <a:solidFill>
                  <a:srgbClr val="FF0000"/>
                </a:solidFill>
                <a:latin typeface="Arial" panose="020B0604020202020204" pitchFamily="34" charset="0"/>
                <a:cs typeface="Arial" panose="020B0604020202020204" pitchFamily="34" charset="0"/>
              </a:rPr>
              <a:t>shorten</a:t>
            </a:r>
            <a:r>
              <a:rPr lang="en-PH" sz="3600" dirty="0" smtClean="0">
                <a:solidFill>
                  <a:schemeClr val="tx1"/>
                </a:solidFill>
                <a:latin typeface="Arial" panose="020B0604020202020204" pitchFamily="34" charset="0"/>
                <a:cs typeface="Arial" panose="020B0604020202020204" pitchFamily="34" charset="0"/>
              </a:rPr>
              <a:t> them for conciseness.</a:t>
            </a:r>
            <a:endParaRPr lang="en-PH" sz="3000" dirty="0" smtClean="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cap="none" dirty="0" smtClean="0"/>
              <a:t>(b) Change the words</a:t>
            </a:r>
            <a:endParaRPr lang="en-PH" sz="2700" b="1" cap="none" dirty="0"/>
          </a:p>
        </p:txBody>
      </p:sp>
      <p:sp>
        <p:nvSpPr>
          <p:cNvPr id="3" name="Content Placeholder 2"/>
          <p:cNvSpPr>
            <a:spLocks noGrp="1"/>
          </p:cNvSpPr>
          <p:nvPr>
            <p:ph idx="1"/>
          </p:nvPr>
        </p:nvSpPr>
        <p:spPr>
          <a:xfrm>
            <a:off x="55982" y="1974029"/>
            <a:ext cx="12098694" cy="4683318"/>
          </a:xfrm>
          <a:solidFill>
            <a:schemeClr val="bg1"/>
          </a:solidFill>
        </p:spPr>
        <p:txBody>
          <a:bodyPr>
            <a:noAutofit/>
          </a:bodyPr>
          <a:lstStyle/>
          <a:p>
            <a:pPr>
              <a:buFont typeface="Wingdings" panose="05000000000000000000" pitchFamily="2" charset="2"/>
              <a:buChar char="q"/>
            </a:pPr>
            <a:r>
              <a:rPr lang="en-PH" sz="3600" dirty="0" smtClean="0">
                <a:solidFill>
                  <a:schemeClr val="tx1"/>
                </a:solidFill>
                <a:latin typeface="Arial" panose="020B0604020202020204" pitchFamily="34" charset="0"/>
                <a:cs typeface="Arial" panose="020B0604020202020204" pitchFamily="34" charset="0"/>
              </a:rPr>
              <a:t>Use synonyms or a phrase that expresses the same meaning.</a:t>
            </a:r>
            <a:endParaRPr lang="en-PH" sz="3600" dirty="0" smtClean="0">
              <a:solidFill>
                <a:schemeClr val="tx1"/>
              </a:solidFill>
              <a:latin typeface="Arial" panose="020B0604020202020204" pitchFamily="34" charset="0"/>
              <a:cs typeface="Arial" panose="020B0604020202020204" pitchFamily="34" charset="0"/>
            </a:endParaRPr>
          </a:p>
          <a:p>
            <a:pPr>
              <a:buFont typeface="Wingdings" panose="05000000000000000000" pitchFamily="2" charset="2"/>
              <a:buChar char="q"/>
            </a:pPr>
            <a:r>
              <a:rPr lang="en-PH" sz="3600" dirty="0" smtClean="0">
                <a:solidFill>
                  <a:schemeClr val="tx1"/>
                </a:solidFill>
                <a:latin typeface="Arial" panose="020B0604020202020204" pitchFamily="34" charset="0"/>
                <a:cs typeface="Arial" panose="020B0604020202020204" pitchFamily="34" charset="0"/>
              </a:rPr>
              <a:t>Leave shared language unchanged.</a:t>
            </a:r>
            <a:endParaRPr lang="en-PH" sz="3600" dirty="0" smtClean="0">
              <a:solidFill>
                <a:schemeClr val="tx1"/>
              </a:solidFill>
              <a:latin typeface="Arial" panose="020B0604020202020204" pitchFamily="34" charset="0"/>
              <a:cs typeface="Arial" panose="020B0604020202020204" pitchFamily="34" charset="0"/>
            </a:endParaRPr>
          </a:p>
          <a:p>
            <a:pPr lvl="1">
              <a:buFont typeface="Wingdings" panose="05000000000000000000" pitchFamily="2" charset="2"/>
              <a:buChar char="ü"/>
            </a:pPr>
            <a:r>
              <a:rPr lang="en-PH" sz="2800" dirty="0" smtClean="0">
                <a:solidFill>
                  <a:schemeClr val="tx1"/>
                </a:solidFill>
                <a:latin typeface="Arial" panose="020B0604020202020204" pitchFamily="34" charset="0"/>
                <a:cs typeface="Arial" panose="020B0604020202020204" pitchFamily="34" charset="0"/>
              </a:rPr>
              <a:t>Some examples of Shared Language You Don’t Need to Change:</a:t>
            </a:r>
            <a:endParaRPr lang="en-PH" sz="2800" dirty="0" smtClean="0">
              <a:solidFill>
                <a:schemeClr val="tx1"/>
              </a:solidFill>
              <a:latin typeface="Arial" panose="020B0604020202020204" pitchFamily="34" charset="0"/>
              <a:cs typeface="Arial" panose="020B0604020202020204" pitchFamily="34" charset="0"/>
            </a:endParaRPr>
          </a:p>
          <a:p>
            <a:pPr lvl="2">
              <a:buFont typeface="Arial" panose="020B0604020202020204" pitchFamily="34" charset="0"/>
              <a:buChar char="•"/>
            </a:pPr>
            <a:r>
              <a:rPr lang="en-PH" sz="2600" dirty="0" smtClean="0">
                <a:solidFill>
                  <a:schemeClr val="tx1"/>
                </a:solidFill>
                <a:latin typeface="Arial" panose="020B0604020202020204" pitchFamily="34" charset="0"/>
                <a:cs typeface="Arial" panose="020B0604020202020204" pitchFamily="34" charset="0"/>
              </a:rPr>
              <a:t>Conventional designations: e.g., </a:t>
            </a:r>
            <a:r>
              <a:rPr lang="en-PH" sz="2600" i="1" dirty="0" smtClean="0">
                <a:solidFill>
                  <a:schemeClr val="tx1"/>
                </a:solidFill>
                <a:latin typeface="Arial" panose="020B0604020202020204" pitchFamily="34" charset="0"/>
                <a:cs typeface="Arial" panose="020B0604020202020204" pitchFamily="34" charset="0"/>
              </a:rPr>
              <a:t>physician’s assistant, chronic low-back pain</a:t>
            </a:r>
            <a:endParaRPr lang="en-PH" sz="2600" i="1" dirty="0" smtClean="0">
              <a:solidFill>
                <a:schemeClr val="tx1"/>
              </a:solidFill>
              <a:latin typeface="Arial" panose="020B0604020202020204" pitchFamily="34" charset="0"/>
              <a:cs typeface="Arial" panose="020B0604020202020204" pitchFamily="34" charset="0"/>
            </a:endParaRPr>
          </a:p>
          <a:p>
            <a:pPr lvl="2">
              <a:buFont typeface="Arial" panose="020B0604020202020204" pitchFamily="34" charset="0"/>
              <a:buChar char="•"/>
            </a:pPr>
            <a:r>
              <a:rPr lang="en-PH" sz="2600" dirty="0" smtClean="0">
                <a:solidFill>
                  <a:schemeClr val="tx1"/>
                </a:solidFill>
                <a:latin typeface="Arial" panose="020B0604020202020204" pitchFamily="34" charset="0"/>
                <a:cs typeface="Arial" panose="020B0604020202020204" pitchFamily="34" charset="0"/>
              </a:rPr>
              <a:t>Preferred bias-free language: e.g., </a:t>
            </a:r>
            <a:r>
              <a:rPr lang="en-PH" sz="2600" i="1" dirty="0" smtClean="0">
                <a:solidFill>
                  <a:schemeClr val="tx1"/>
                </a:solidFill>
                <a:latin typeface="Arial" panose="020B0604020202020204" pitchFamily="34" charset="0"/>
                <a:cs typeface="Arial" panose="020B0604020202020204" pitchFamily="34" charset="0"/>
              </a:rPr>
              <a:t>persons with disabilities</a:t>
            </a:r>
            <a:endParaRPr lang="en-PH" sz="2600" i="1" dirty="0" smtClean="0">
              <a:solidFill>
                <a:schemeClr val="tx1"/>
              </a:solidFill>
              <a:latin typeface="Arial" panose="020B0604020202020204" pitchFamily="34" charset="0"/>
              <a:cs typeface="Arial" panose="020B0604020202020204" pitchFamily="34" charset="0"/>
            </a:endParaRPr>
          </a:p>
          <a:p>
            <a:pPr lvl="2">
              <a:buFont typeface="Arial" panose="020B0604020202020204" pitchFamily="34" charset="0"/>
              <a:buChar char="•"/>
            </a:pPr>
            <a:r>
              <a:rPr lang="en-PH" sz="2600" dirty="0" smtClean="0">
                <a:solidFill>
                  <a:schemeClr val="tx1"/>
                </a:solidFill>
                <a:latin typeface="Arial" panose="020B0604020202020204" pitchFamily="34" charset="0"/>
                <a:cs typeface="Arial" panose="020B0604020202020204" pitchFamily="34" charset="0"/>
              </a:rPr>
              <a:t>Technical terms and phrases of a discipline or genre: e.g., </a:t>
            </a:r>
            <a:r>
              <a:rPr lang="en-PH" sz="2600" i="1" dirty="0" smtClean="0">
                <a:solidFill>
                  <a:schemeClr val="tx1"/>
                </a:solidFill>
                <a:latin typeface="Arial" panose="020B0604020202020204" pitchFamily="34" charset="0"/>
                <a:cs typeface="Arial" panose="020B0604020202020204" pitchFamily="34" charset="0"/>
              </a:rPr>
              <a:t>reduplication, cognitive domain, material culture, sexual harassment</a:t>
            </a:r>
            <a:endParaRPr lang="en-PH" sz="2600" i="1" dirty="0" smtClean="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cap="none" dirty="0" smtClean="0"/>
              <a:t>Exercise</a:t>
            </a:r>
            <a:endParaRPr lang="en-PH" sz="2700" b="1" cap="none" dirty="0"/>
          </a:p>
        </p:txBody>
      </p:sp>
      <p:sp>
        <p:nvSpPr>
          <p:cNvPr id="3" name="Content Placeholder 2"/>
          <p:cNvSpPr>
            <a:spLocks noGrp="1"/>
          </p:cNvSpPr>
          <p:nvPr>
            <p:ph idx="1"/>
          </p:nvPr>
        </p:nvSpPr>
        <p:spPr>
          <a:xfrm>
            <a:off x="55982" y="1974029"/>
            <a:ext cx="12098694" cy="4683318"/>
          </a:xfrm>
          <a:solidFill>
            <a:schemeClr val="bg1"/>
          </a:solidFill>
        </p:spPr>
        <p:txBody>
          <a:bodyPr>
            <a:noAutofit/>
          </a:bodyPr>
          <a:lstStyle/>
          <a:p>
            <a:pPr>
              <a:buFont typeface="Wingdings" panose="05000000000000000000" pitchFamily="2" charset="2"/>
              <a:buChar char="q"/>
            </a:pPr>
            <a:r>
              <a:rPr lang="en-PH" sz="3600" dirty="0" smtClean="0">
                <a:solidFill>
                  <a:schemeClr val="tx1"/>
                </a:solidFill>
                <a:latin typeface="Arial" panose="020B0604020202020204" pitchFamily="34" charset="0"/>
                <a:cs typeface="Arial" panose="020B0604020202020204" pitchFamily="34" charset="0"/>
              </a:rPr>
              <a:t>Memory is the capacity for storing and retrieving.</a:t>
            </a:r>
            <a:endParaRPr lang="en-PH" sz="3600" dirty="0" smtClean="0">
              <a:solidFill>
                <a:schemeClr val="tx1"/>
              </a:solidFill>
              <a:latin typeface="Arial" panose="020B0604020202020204" pitchFamily="34" charset="0"/>
              <a:cs typeface="Arial" panose="020B0604020202020204" pitchFamily="34" charset="0"/>
            </a:endParaRPr>
          </a:p>
          <a:p>
            <a:pPr marL="0" indent="0">
              <a:buNone/>
            </a:pPr>
            <a:r>
              <a:rPr lang="en-PH" sz="3600" dirty="0" smtClean="0">
                <a:solidFill>
                  <a:schemeClr val="tx1"/>
                </a:solidFill>
                <a:latin typeface="Arial" panose="020B0604020202020204" pitchFamily="34" charset="0"/>
                <a:cs typeface="Arial" panose="020B0604020202020204" pitchFamily="34" charset="0"/>
              </a:rPr>
              <a:t>		</a:t>
            </a:r>
            <a:r>
              <a:rPr lang="en-PH" sz="2800" dirty="0" smtClean="0">
                <a:solidFill>
                  <a:srgbClr val="FF0000"/>
                </a:solidFill>
                <a:latin typeface="Arial" panose="020B0604020202020204" pitchFamily="34" charset="0"/>
                <a:cs typeface="Arial" panose="020B0604020202020204" pitchFamily="34" charset="0"/>
              </a:rPr>
              <a:t>Memory is the facility for keeping and recovering data.</a:t>
            </a:r>
            <a:endParaRPr lang="en-PH" sz="2800" dirty="0" smtClean="0">
              <a:solidFill>
                <a:srgbClr val="FF0000"/>
              </a:solidFill>
              <a:latin typeface="Arial" panose="020B0604020202020204" pitchFamily="34" charset="0"/>
              <a:cs typeface="Arial" panose="020B0604020202020204" pitchFamily="34" charset="0"/>
            </a:endParaRPr>
          </a:p>
          <a:p>
            <a:pPr>
              <a:buFont typeface="Wingdings" panose="05000000000000000000" pitchFamily="2" charset="2"/>
              <a:buChar char="q"/>
            </a:pPr>
            <a:r>
              <a:rPr lang="en-PH" sz="3600" dirty="0" smtClean="0">
                <a:solidFill>
                  <a:schemeClr val="tx1"/>
                </a:solidFill>
                <a:latin typeface="Arial" panose="020B0604020202020204" pitchFamily="34" charset="0"/>
                <a:cs typeface="Arial" panose="020B0604020202020204" pitchFamily="34" charset="0"/>
              </a:rPr>
              <a:t>There are reckoned to be over 4,000 plant species used by forest dwellers as food and medicine alone.</a:t>
            </a:r>
            <a:endParaRPr lang="en-PH" sz="3600" dirty="0" smtClean="0">
              <a:solidFill>
                <a:schemeClr val="tx1"/>
              </a:solidFill>
              <a:latin typeface="Arial" panose="020B0604020202020204" pitchFamily="34" charset="0"/>
              <a:cs typeface="Arial" panose="020B0604020202020204" pitchFamily="34" charset="0"/>
            </a:endParaRPr>
          </a:p>
          <a:p>
            <a:pPr marL="0" indent="0">
              <a:buNone/>
            </a:pPr>
            <a:r>
              <a:rPr lang="en-PH" sz="3600" dirty="0">
                <a:solidFill>
                  <a:schemeClr val="tx1"/>
                </a:solidFill>
                <a:latin typeface="Arial" panose="020B0604020202020204" pitchFamily="34" charset="0"/>
                <a:cs typeface="Arial" panose="020B0604020202020204" pitchFamily="34" charset="0"/>
              </a:rPr>
              <a:t>	</a:t>
            </a:r>
            <a:r>
              <a:rPr lang="en-PH" sz="3600" dirty="0" smtClean="0">
                <a:solidFill>
                  <a:schemeClr val="tx1"/>
                </a:solidFill>
                <a:latin typeface="Arial" panose="020B0604020202020204" pitchFamily="34" charset="0"/>
                <a:cs typeface="Arial" panose="020B0604020202020204" pitchFamily="34" charset="0"/>
              </a:rPr>
              <a:t>	</a:t>
            </a:r>
            <a:r>
              <a:rPr lang="en-PH" sz="2800" dirty="0" smtClean="0">
                <a:solidFill>
                  <a:srgbClr val="FF0000"/>
                </a:solidFill>
                <a:latin typeface="Arial" panose="020B0604020202020204" pitchFamily="34" charset="0"/>
                <a:cs typeface="Arial" panose="020B0604020202020204" pitchFamily="34" charset="0"/>
              </a:rPr>
              <a:t>There are calculated to be more than 4,000 plant species utilized by forest inhabitants just as foodstuff and drugs.</a:t>
            </a:r>
            <a:endParaRPr lang="en-PH" sz="2800" dirty="0" smtClean="0">
              <a:solidFill>
                <a:srgbClr val="FF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cap="none" dirty="0" smtClean="0"/>
              <a:t>Exercise</a:t>
            </a:r>
            <a:endParaRPr lang="en-PH" sz="2700" b="1" cap="none" dirty="0"/>
          </a:p>
        </p:txBody>
      </p:sp>
      <p:sp>
        <p:nvSpPr>
          <p:cNvPr id="3" name="Content Placeholder 2"/>
          <p:cNvSpPr>
            <a:spLocks noGrp="1"/>
          </p:cNvSpPr>
          <p:nvPr>
            <p:ph idx="1"/>
          </p:nvPr>
        </p:nvSpPr>
        <p:spPr>
          <a:xfrm>
            <a:off x="55982" y="1974029"/>
            <a:ext cx="12098694" cy="4683318"/>
          </a:xfrm>
          <a:solidFill>
            <a:schemeClr val="bg1"/>
          </a:solidFill>
        </p:spPr>
        <p:txBody>
          <a:bodyPr>
            <a:noAutofit/>
          </a:bodyPr>
          <a:lstStyle/>
          <a:p>
            <a:pPr>
              <a:buFont typeface="Wingdings" panose="05000000000000000000" pitchFamily="2" charset="2"/>
              <a:buChar char="q"/>
            </a:pPr>
            <a:r>
              <a:rPr lang="en-PH" sz="3600" dirty="0" smtClean="0">
                <a:solidFill>
                  <a:schemeClr val="tx1"/>
                </a:solidFill>
                <a:latin typeface="Arial" panose="020B0604020202020204" pitchFamily="34" charset="0"/>
                <a:cs typeface="Arial" panose="020B0604020202020204" pitchFamily="34" charset="0"/>
              </a:rPr>
              <a:t>The Japanese government offered new homes to homeless people in Tokyo.</a:t>
            </a:r>
            <a:endParaRPr lang="en-PH" sz="3600" dirty="0" smtClean="0">
              <a:solidFill>
                <a:schemeClr val="tx1"/>
              </a:solidFill>
              <a:latin typeface="Arial" panose="020B0604020202020204" pitchFamily="34" charset="0"/>
              <a:cs typeface="Arial" panose="020B0604020202020204" pitchFamily="34" charset="0"/>
            </a:endParaRPr>
          </a:p>
          <a:p>
            <a:pPr marL="0" indent="0">
              <a:buNone/>
            </a:pPr>
            <a:r>
              <a:rPr lang="en-PH" sz="3600" dirty="0">
                <a:solidFill>
                  <a:schemeClr val="tx1"/>
                </a:solidFill>
                <a:latin typeface="Arial" panose="020B0604020202020204" pitchFamily="34" charset="0"/>
                <a:cs typeface="Arial" panose="020B0604020202020204" pitchFamily="34" charset="0"/>
              </a:rPr>
              <a:t>	</a:t>
            </a:r>
            <a:r>
              <a:rPr lang="en-PH" sz="3600" dirty="0" smtClean="0">
                <a:solidFill>
                  <a:srgbClr val="0070C0"/>
                </a:solidFill>
                <a:latin typeface="Arial" panose="020B0604020202020204" pitchFamily="34" charset="0"/>
                <a:cs typeface="Arial" panose="020B0604020202020204" pitchFamily="34" charset="0"/>
              </a:rPr>
              <a:t>Homeless people in Tokyo were offered new homes by the Japanese government.</a:t>
            </a:r>
            <a:endParaRPr lang="en-PH" sz="3600" dirty="0" smtClean="0">
              <a:solidFill>
                <a:srgbClr val="0070C0"/>
              </a:solidFill>
              <a:latin typeface="Arial" panose="020B0604020202020204" pitchFamily="34" charset="0"/>
              <a:cs typeface="Arial" panose="020B0604020202020204" pitchFamily="34" charset="0"/>
            </a:endParaRPr>
          </a:p>
          <a:p>
            <a:pPr marL="0" indent="0">
              <a:buNone/>
            </a:pPr>
            <a:r>
              <a:rPr lang="en-PH" sz="3600" dirty="0" smtClean="0">
                <a:solidFill>
                  <a:schemeClr val="tx1"/>
                </a:solidFill>
                <a:latin typeface="Arial" panose="020B0604020202020204" pitchFamily="34" charset="0"/>
                <a:cs typeface="Arial" panose="020B0604020202020204" pitchFamily="34" charset="0"/>
              </a:rPr>
              <a:t>	</a:t>
            </a:r>
            <a:r>
              <a:rPr lang="en-PH" sz="3600" dirty="0" smtClean="0">
                <a:solidFill>
                  <a:srgbClr val="FF0000"/>
                </a:solidFill>
                <a:latin typeface="Arial" panose="020B0604020202020204" pitchFamily="34" charset="0"/>
                <a:cs typeface="Arial" panose="020B0604020202020204" pitchFamily="34" charset="0"/>
              </a:rPr>
              <a:t>Unfortunate people without housing in Tokyo were given roofs to live under by the Japanese government.</a:t>
            </a:r>
            <a:r>
              <a:rPr lang="en-PH" sz="3600" dirty="0" smtClean="0">
                <a:solidFill>
                  <a:srgbClr val="FF0000"/>
                </a:solidFill>
                <a:latin typeface="Arial" panose="020B0604020202020204" pitchFamily="34" charset="0"/>
                <a:cs typeface="Arial" panose="020B0604020202020204" pitchFamily="34" charset="0"/>
              </a:rPr>
              <a:t>	</a:t>
            </a:r>
            <a:endParaRPr lang="en-PH" sz="2800" dirty="0" smtClean="0">
              <a:solidFill>
                <a:srgbClr val="FF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cap="none" dirty="0" smtClean="0"/>
              <a:t>SUMMARIZING</a:t>
            </a:r>
            <a:endParaRPr lang="en-PH" sz="60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r>
              <a:rPr lang="en-PH" sz="4000" dirty="0" smtClean="0">
                <a:solidFill>
                  <a:schemeClr val="tx1"/>
                </a:solidFill>
                <a:latin typeface="Arial" panose="020B0604020202020204" pitchFamily="34" charset="0"/>
                <a:cs typeface="Arial" panose="020B0604020202020204" pitchFamily="34" charset="0"/>
              </a:rPr>
              <a:t>It is shortened piece of writing by restating main points in </a:t>
            </a:r>
            <a:r>
              <a:rPr lang="en-PH" sz="4000" b="1" dirty="0" smtClean="0">
                <a:solidFill>
                  <a:srgbClr val="FF0000"/>
                </a:solidFill>
                <a:latin typeface="Arial" panose="020B0604020202020204" pitchFamily="34" charset="0"/>
                <a:cs typeface="Arial" panose="020B0604020202020204" pitchFamily="34" charset="0"/>
              </a:rPr>
              <a:t>your own words</a:t>
            </a:r>
            <a:endParaRPr lang="en-PH" sz="4000" b="1" dirty="0" smtClean="0">
              <a:solidFill>
                <a:srgbClr val="FF0000"/>
              </a:solidFill>
              <a:latin typeface="Arial" panose="020B0604020202020204" pitchFamily="34" charset="0"/>
              <a:cs typeface="Arial" panose="020B0604020202020204" pitchFamily="34" charset="0"/>
            </a:endParaRPr>
          </a:p>
          <a:p>
            <a:r>
              <a:rPr lang="en-PH" sz="4000" dirty="0" smtClean="0">
                <a:solidFill>
                  <a:schemeClr val="tx1"/>
                </a:solidFill>
                <a:latin typeface="Arial" panose="020B0604020202020204" pitchFamily="34" charset="0"/>
                <a:cs typeface="Arial" panose="020B0604020202020204" pitchFamily="34" charset="0"/>
              </a:rPr>
              <a:t>General ideas are highlighted</a:t>
            </a:r>
            <a:endParaRPr lang="en-PH" sz="4000" dirty="0" smtClean="0">
              <a:solidFill>
                <a:schemeClr val="tx1"/>
              </a:solidFill>
              <a:latin typeface="Arial" panose="020B0604020202020204" pitchFamily="34" charset="0"/>
              <a:cs typeface="Arial" panose="020B0604020202020204" pitchFamily="34" charset="0"/>
            </a:endParaRPr>
          </a:p>
          <a:p>
            <a:r>
              <a:rPr lang="en-PH" sz="4000" dirty="0" smtClean="0">
                <a:solidFill>
                  <a:schemeClr val="tx1"/>
                </a:solidFill>
                <a:latin typeface="Arial" panose="020B0604020202020204" pitchFamily="34" charset="0"/>
                <a:cs typeface="Arial" panose="020B0604020202020204" pitchFamily="34" charset="0"/>
              </a:rPr>
              <a:t>Details and examples are excluded</a:t>
            </a:r>
            <a:endParaRPr lang="en-PH" sz="4000"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cap="none" dirty="0" smtClean="0"/>
              <a:t>Example</a:t>
            </a:r>
            <a:endParaRPr lang="en-PH" sz="6000" b="1" cap="none" dirty="0"/>
          </a:p>
        </p:txBody>
      </p:sp>
      <p:sp>
        <p:nvSpPr>
          <p:cNvPr id="3" name="Content Placeholder 2"/>
          <p:cNvSpPr>
            <a:spLocks noGrp="1"/>
          </p:cNvSpPr>
          <p:nvPr>
            <p:ph idx="1"/>
          </p:nvPr>
        </p:nvSpPr>
        <p:spPr>
          <a:xfrm>
            <a:off x="93306" y="2067339"/>
            <a:ext cx="12098694" cy="4683318"/>
          </a:xfrm>
          <a:solidFill>
            <a:schemeClr val="bg1"/>
          </a:solidFill>
        </p:spPr>
        <p:txBody>
          <a:bodyPr>
            <a:noAutofit/>
          </a:bodyPr>
          <a:lstStyle/>
          <a:p>
            <a:r>
              <a:rPr lang="en-PH" sz="3200" b="1" dirty="0" smtClean="0">
                <a:solidFill>
                  <a:schemeClr val="tx1"/>
                </a:solidFill>
                <a:latin typeface="Arial" panose="020B0604020202020204" pitchFamily="34" charset="0"/>
                <a:cs typeface="Arial" panose="020B0604020202020204" pitchFamily="34" charset="0"/>
              </a:rPr>
              <a:t>Source</a:t>
            </a:r>
            <a:endParaRPr lang="en-PH" sz="3200" b="1" dirty="0" smtClean="0">
              <a:solidFill>
                <a:schemeClr val="tx1"/>
              </a:solidFill>
              <a:latin typeface="Arial" panose="020B0604020202020204" pitchFamily="34" charset="0"/>
              <a:cs typeface="Arial" panose="020B0604020202020204" pitchFamily="34" charset="0"/>
            </a:endParaRPr>
          </a:p>
          <a:p>
            <a:pPr marL="0" indent="0">
              <a:buNone/>
            </a:pPr>
            <a:r>
              <a:rPr lang="en-PH" sz="3200" dirty="0">
                <a:solidFill>
                  <a:schemeClr val="tx1"/>
                </a:solidFill>
                <a:latin typeface="Arial" panose="020B0604020202020204" pitchFamily="34" charset="0"/>
                <a:cs typeface="Arial" panose="020B0604020202020204" pitchFamily="34" charset="0"/>
              </a:rPr>
              <a:t>	</a:t>
            </a:r>
            <a:r>
              <a:rPr lang="en-PH" sz="3200" dirty="0" smtClean="0">
                <a:solidFill>
                  <a:schemeClr val="tx1"/>
                </a:solidFill>
                <a:latin typeface="Arial" panose="020B0604020202020204" pitchFamily="34" charset="0"/>
                <a:cs typeface="Arial" panose="020B0604020202020204" pitchFamily="34" charset="0"/>
              </a:rPr>
              <a:t>The amphibian, which is the animal class to which our frogs and toads belong, were the first animals to crawl from the sea and inhabit the earth.</a:t>
            </a:r>
            <a:endParaRPr lang="en-PH" sz="3200" dirty="0" smtClean="0">
              <a:solidFill>
                <a:schemeClr val="tx1"/>
              </a:solidFill>
              <a:latin typeface="Arial" panose="020B0604020202020204" pitchFamily="34" charset="0"/>
              <a:cs typeface="Arial" panose="020B0604020202020204" pitchFamily="34" charset="0"/>
            </a:endParaRPr>
          </a:p>
          <a:p>
            <a:r>
              <a:rPr lang="en-PH" sz="3200" b="1" dirty="0" smtClean="0">
                <a:solidFill>
                  <a:schemeClr val="tx1"/>
                </a:solidFill>
                <a:latin typeface="Arial" panose="020B0604020202020204" pitchFamily="34" charset="0"/>
                <a:cs typeface="Arial" panose="020B0604020202020204" pitchFamily="34" charset="0"/>
              </a:rPr>
              <a:t>Summary</a:t>
            </a:r>
            <a:endParaRPr lang="en-PH" sz="3200" b="1" dirty="0" smtClean="0">
              <a:solidFill>
                <a:schemeClr val="tx1"/>
              </a:solidFill>
              <a:latin typeface="Arial" panose="020B0604020202020204" pitchFamily="34" charset="0"/>
              <a:cs typeface="Arial" panose="020B0604020202020204" pitchFamily="34" charset="0"/>
            </a:endParaRPr>
          </a:p>
          <a:p>
            <a:pPr marL="0" indent="0">
              <a:buNone/>
            </a:pPr>
            <a:r>
              <a:rPr lang="en-PH" sz="3200" dirty="0">
                <a:solidFill>
                  <a:schemeClr val="tx1"/>
                </a:solidFill>
                <a:latin typeface="Arial" panose="020B0604020202020204" pitchFamily="34" charset="0"/>
                <a:cs typeface="Arial" panose="020B0604020202020204" pitchFamily="34" charset="0"/>
              </a:rPr>
              <a:t>	</a:t>
            </a:r>
            <a:r>
              <a:rPr lang="en-PH" sz="3200" dirty="0" smtClean="0">
                <a:solidFill>
                  <a:schemeClr val="tx1"/>
                </a:solidFill>
                <a:latin typeface="Arial" panose="020B0604020202020204" pitchFamily="34" charset="0"/>
                <a:cs typeface="Arial" panose="020B0604020202020204" pitchFamily="34" charset="0"/>
              </a:rPr>
              <a:t>The first animals to leave the sea and live on dry land were the amphibian.</a:t>
            </a:r>
            <a:endParaRPr lang="en-PH" sz="3200" dirty="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0</TotalTime>
  <Words>9388</Words>
  <Application>WPS Presentation</Application>
  <PresentationFormat>Widescreen</PresentationFormat>
  <Paragraphs>236</Paragraphs>
  <Slides>38</Slides>
  <Notes>16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38</vt:i4>
      </vt:variant>
    </vt:vector>
  </HeadingPairs>
  <TitlesOfParts>
    <vt:vector size="50" baseType="lpstr">
      <vt:lpstr>Arial</vt:lpstr>
      <vt:lpstr>SimSun</vt:lpstr>
      <vt:lpstr>Wingdings</vt:lpstr>
      <vt:lpstr>Wingdings 2</vt:lpstr>
      <vt:lpstr>Gill Sans MT</vt:lpstr>
      <vt:lpstr>Microsoft YaHei</vt:lpstr>
      <vt:lpstr>Arial Unicode MS</vt:lpstr>
      <vt:lpstr>Calibri</vt:lpstr>
      <vt:lpstr>Arial Black</vt:lpstr>
      <vt:lpstr>Elephant</vt:lpstr>
      <vt:lpstr>Bookman Old Style</vt:lpstr>
      <vt:lpstr>Dividend</vt:lpstr>
      <vt:lpstr>Ways in writing review of related literature and technical background</vt:lpstr>
      <vt:lpstr>Introduction:</vt:lpstr>
      <vt:lpstr>What is RRLs for?</vt:lpstr>
      <vt:lpstr>Characteristics:</vt:lpstr>
      <vt:lpstr>What are the possible sources?</vt:lpstr>
      <vt:lpstr>How to Write?</vt:lpstr>
      <vt:lpstr>Sample</vt:lpstr>
      <vt:lpstr>What did you notice?</vt:lpstr>
      <vt:lpstr>Mistakes to Avoid</vt:lpstr>
      <vt:lpstr>PowerPoint 演示文稿</vt:lpstr>
      <vt:lpstr>PowerPoint 演示文稿</vt:lpstr>
      <vt:lpstr>What is Plagiarism?</vt:lpstr>
      <vt:lpstr>WARNING:</vt:lpstr>
      <vt:lpstr>PowerPoint 演示文稿</vt:lpstr>
      <vt:lpstr>PowerPoint 演示文稿</vt:lpstr>
      <vt:lpstr>PowerPoint 演示文稿</vt:lpstr>
      <vt:lpstr>What is Quoting?</vt:lpstr>
      <vt:lpstr>PowerPoint 演示文稿</vt:lpstr>
      <vt:lpstr>Some Rules to In-Text Citation - Direct Quotation -</vt:lpstr>
      <vt:lpstr>Example of - Direct Quotation -</vt:lpstr>
      <vt:lpstr>Example of - Direct Quotation -</vt:lpstr>
      <vt:lpstr>Example of - Direct Quotation -</vt:lpstr>
      <vt:lpstr>PowerPoint 演示文稿</vt:lpstr>
      <vt:lpstr>Reference List?</vt:lpstr>
      <vt:lpstr>PowerPoint 演示文稿</vt:lpstr>
      <vt:lpstr>PARAPHRASING</vt:lpstr>
      <vt:lpstr>PARAPHRASING Example</vt:lpstr>
      <vt:lpstr>The following stages may be useful:</vt:lpstr>
      <vt:lpstr>The following stages may be useful: cont.</vt:lpstr>
      <vt:lpstr>The following stages may be useful: cont.</vt:lpstr>
      <vt:lpstr>METHODS OF PARAPHRASING</vt:lpstr>
      <vt:lpstr>If it still doesn’t work?</vt:lpstr>
      <vt:lpstr>(a) Change the structure</vt:lpstr>
      <vt:lpstr>(b) Change the words</vt:lpstr>
      <vt:lpstr>Exercise</vt:lpstr>
      <vt:lpstr>Exercise</vt:lpstr>
      <vt:lpstr>SUMMARIZING</vt:lpstr>
      <vt:lpstr>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Ways in writing review of related literature and technical background</dc:title>
  <dc:creator>bobong</dc:creator>
  <cp:lastModifiedBy>bobong</cp:lastModifiedBy>
  <cp:revision>40</cp:revision>
  <dcterms:created xsi:type="dcterms:W3CDTF">2023-03-06T00:08:00Z</dcterms:created>
  <dcterms:modified xsi:type="dcterms:W3CDTF">2023-03-23T12:10:11Z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7717E219347B41E3BF1942B443746DF2</vt:lpwstr>
  </property>
  <property fmtid="{D5CDD505-2E9C-101B-9397-08002B2CF9AE}" pid="3" name="KSOProductBuildVer">
    <vt:lpwstr>1033-11.2.0.11513</vt:lpwstr>
  </property>
</Properties>
</file>